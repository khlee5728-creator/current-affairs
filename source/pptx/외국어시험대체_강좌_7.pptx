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9"/>
  </p:notesMasterIdLst>
  <p:sldIdLst>
    <p:sldId id="256" r:id="rId2"/>
    <p:sldId id="279" r:id="rId3"/>
    <p:sldId id="261" r:id="rId4"/>
    <p:sldId id="378" r:id="rId5"/>
    <p:sldId id="390" r:id="rId6"/>
    <p:sldId id="446" r:id="rId7"/>
    <p:sldId id="420" r:id="rId8"/>
    <p:sldId id="421" r:id="rId9"/>
    <p:sldId id="438" r:id="rId10"/>
    <p:sldId id="437" r:id="rId11"/>
    <p:sldId id="434" r:id="rId12"/>
    <p:sldId id="309" r:id="rId13"/>
    <p:sldId id="389" r:id="rId14"/>
    <p:sldId id="412" r:id="rId15"/>
    <p:sldId id="441" r:id="rId16"/>
    <p:sldId id="442" r:id="rId17"/>
    <p:sldId id="447" r:id="rId18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Righteous" panose="020B0600000101010101" charset="0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nglishcube.net/grammar_view.php?category2=107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englishcube.net/grammar_exam.php?category2=120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사회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고령화</a:t>
            </a:r>
            <a:r>
              <a:rPr lang="en-US" altLang="ko-KR" b="1" dirty="0"/>
              <a:t>, </a:t>
            </a:r>
            <a:r>
              <a:rPr lang="ko-KR" altLang="en-US" b="1" dirty="0"/>
              <a:t>저출산 </a:t>
            </a:r>
            <a:r>
              <a:rPr lang="en-US" altLang="ko-KR" b="1" dirty="0"/>
              <a:t>/ </a:t>
            </a:r>
            <a:r>
              <a:rPr lang="ko-KR" altLang="en-US" b="1" dirty="0"/>
              <a:t>흙수저</a:t>
            </a:r>
            <a:r>
              <a:rPr lang="en-US" altLang="ko-KR" b="1" dirty="0"/>
              <a:t>, </a:t>
            </a:r>
            <a:r>
              <a:rPr lang="ko-KR" altLang="en-US" b="1" dirty="0"/>
              <a:t>금수저 </a:t>
            </a:r>
            <a:r>
              <a:rPr lang="en-US" altLang="ko-KR" b="1" dirty="0"/>
              <a:t>/ </a:t>
            </a:r>
            <a:r>
              <a:rPr lang="ko-KR" altLang="en-US" b="1" dirty="0"/>
              <a:t>교육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관계대명사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사회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고령화</a:t>
            </a:r>
            <a:r>
              <a:rPr lang="en-US" altLang="ko-KR" dirty="0"/>
              <a:t>, </a:t>
            </a:r>
            <a:r>
              <a:rPr lang="ko-KR" altLang="en-US" dirty="0"/>
              <a:t>저출산 </a:t>
            </a:r>
            <a:r>
              <a:rPr lang="en-US" altLang="ko-KR" dirty="0"/>
              <a:t>/ </a:t>
            </a:r>
            <a:r>
              <a:rPr lang="ko-KR" altLang="en-US" dirty="0"/>
              <a:t>흙수저</a:t>
            </a:r>
            <a:r>
              <a:rPr lang="en-US" altLang="ko-KR" dirty="0"/>
              <a:t>, </a:t>
            </a:r>
            <a:r>
              <a:rPr lang="ko-KR" altLang="en-US" dirty="0"/>
              <a:t>금수저 </a:t>
            </a:r>
            <a:r>
              <a:rPr lang="en-US" altLang="ko-KR" dirty="0"/>
              <a:t>/ </a:t>
            </a:r>
            <a:r>
              <a:rPr lang="ko-KR" altLang="en-US" dirty="0"/>
              <a:t>교육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07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0786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birth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keeps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dropping?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Getting married and starting a family are too much of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financial burden</a:t>
                      </a:r>
                      <a:r>
                        <a:rPr lang="en-US" altLang="ko-KR" sz="1000" dirty="0"/>
                        <a:t>, so many young people choose to live alone.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경제적 부담이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Starting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family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needs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money.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Starting a family is too much of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financial burden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089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Youth unemployment is a major problem, and no one seems to have 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solution.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Coupled with 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aging workforce</a:t>
                      </a:r>
                      <a:r>
                        <a:rPr lang="en-US" altLang="ko-KR" sz="1000" dirty="0"/>
                        <a:t>, I’m afraid our society is headed toward many troubles.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노동인구를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 working population is growing older, our society is headed toward many troubles.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Due to 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aging workforce</a:t>
                      </a:r>
                      <a:r>
                        <a:rPr lang="en-US" altLang="ko-KR" sz="1000" dirty="0"/>
                        <a:t>, our society is headed toward many troubles.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고령화</a:t>
            </a:r>
            <a:r>
              <a:rPr lang="en-US" altLang="ko-KR" sz="1600" dirty="0"/>
              <a:t>, </a:t>
            </a:r>
            <a:r>
              <a:rPr lang="ko-KR" altLang="en-US" sz="1600" dirty="0"/>
              <a:t>저출산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B80C5-A96A-8276-FA1F-C598EDCB85A4}"/>
              </a:ext>
            </a:extLst>
          </p:cNvPr>
          <p:cNvSpPr txBox="1"/>
          <p:nvPr/>
        </p:nvSpPr>
        <p:spPr>
          <a:xfrm>
            <a:off x="414440" y="4857441"/>
            <a:ext cx="856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* Aging workforce </a:t>
            </a:r>
            <a:r>
              <a:rPr lang="ko-KR" altLang="en-US" sz="900" dirty="0"/>
              <a:t>노동인구가 노령화됨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521327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demographics </a:t>
                      </a:r>
                      <a:r>
                        <a:rPr lang="en-US" altLang="ko-KR" sz="1000" dirty="0"/>
                        <a:t>of Korean society are changing rapidly and many people now prefer living alone.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why there’s been a change in the housing market. We have many facilities targeting those single-person households.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인구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구성을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population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structure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changing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rapidly.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demographics</a:t>
                      </a:r>
                      <a:r>
                        <a:rPr lang="en-US" altLang="ko-KR" sz="1000" dirty="0"/>
                        <a:t> of Korean society are changing rapidly.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D64F1-293F-7E13-2359-22B8E82C4E10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고령화</a:t>
            </a:r>
            <a:r>
              <a:rPr lang="en-US" altLang="ko-KR" sz="1600" dirty="0"/>
              <a:t>, </a:t>
            </a:r>
            <a:r>
              <a:rPr lang="ko-KR" altLang="en-US" sz="1600" dirty="0"/>
              <a:t>저출산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E419B9-BCC0-43CA-8380-B8B748EE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8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646606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analogy by spoon type </a:t>
                      </a:r>
                      <a:r>
                        <a:rPr lang="en-US" altLang="ko-KR" sz="1000" dirty="0"/>
                        <a:t>is currently popular in Korea. Which category do you think you fall into?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definitely wasn’t born with a good spoon, but I didn’t get a clay spoon, either.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금수저 </a:t>
                      </a:r>
                      <a:r>
                        <a:rPr lang="ko-KR" altLang="en-US" sz="1000" dirty="0" err="1"/>
                        <a:t>흙수저에</a:t>
                      </a:r>
                      <a:r>
                        <a:rPr lang="ko-KR" altLang="en-US" sz="1000" dirty="0"/>
                        <a:t> 대해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Linking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economic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status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spoon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type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currently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popular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analogy by spoon type </a:t>
                      </a:r>
                      <a:r>
                        <a:rPr lang="en-US" altLang="ko-KR" sz="1000" dirty="0"/>
                        <a:t>is currently popular in Korea.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D64F1-293F-7E13-2359-22B8E82C4E10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흙수저</a:t>
            </a:r>
            <a:r>
              <a:rPr lang="en-US" altLang="ko-KR" sz="1600" dirty="0"/>
              <a:t>, </a:t>
            </a:r>
            <a:r>
              <a:rPr lang="ko-KR" altLang="en-US" sz="1600" dirty="0"/>
              <a:t>금수저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BB7C12-E4B0-407A-B945-75B2E2B6D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0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00904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 lot of young people believe that a happy life can only come from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wealthy upbringing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not always the case. Individuals should do their best to improve their own situations.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부유한 환경에서 자란다고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happy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life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born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wealthy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family.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 happy life can only come from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wealthy upbringing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companies recruit college graduates, they should place less emphasis 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fancy qualifications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What’s important is not what certificates a person has but what he or she can really do.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화려한 스펙을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place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less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emphasis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good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qualifications.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 should place less emphasis on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fancy qualifications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D5806-B2F5-1B08-BEFE-6AC43CA982A3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흙수저</a:t>
            </a:r>
            <a:r>
              <a:rPr lang="en-US" altLang="ko-KR" sz="1600" dirty="0"/>
              <a:t>, </a:t>
            </a:r>
            <a:r>
              <a:rPr lang="ko-KR" altLang="en-US" sz="1600" dirty="0"/>
              <a:t>금수저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C6F477-27FF-4177-8077-B08467F9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75891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such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strong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craze</a:t>
                      </a:r>
                      <a:r>
                        <a:rPr lang="en-US" altLang="ko-KR" sz="1000" dirty="0"/>
                        <a:t> over private education in Korea?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Competition for better schools and jobs is so fierce that parents have to resort to private education to get their children ahead of their peers.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사교육 열풍을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 parents depend too much on private education?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 is there such a strong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craze</a:t>
                      </a:r>
                      <a:r>
                        <a:rPr lang="en-US" altLang="ko-KR" sz="1000" dirty="0"/>
                        <a:t> over private education?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 Korea, education used to be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ladder</a:t>
                      </a:r>
                      <a:r>
                        <a:rPr lang="en-US" altLang="ko-KR" sz="1000" dirty="0"/>
                        <a:t> that helped students climb their way up to higher social positions or higher income levels.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problem now is the access to that ladder is pretty limited to those who have wealthy parents.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신분 상승의 기회를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Education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helped students climb their way up to higher social positions.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Education used to be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ladder</a:t>
                      </a:r>
                      <a:r>
                        <a:rPr lang="en-US" altLang="ko-KR" sz="1000" dirty="0"/>
                        <a:t> that helped students climb their way up to higher social positions.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교육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042101-2330-46C5-B1AD-B259A2F6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7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314645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To improve the overall quality of our education, we need to set up more private schools to compete with public schools.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Aren’t you concerned that those schools only for the privileged will limit our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social mobility?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신분 상승의 기회를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system will prevent people from improving their social positions.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system will limit our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social mobility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believe the college you attend will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make or break your future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part of the reason is our society is still very stingy in giving a second chance and puts too much focus on superficial qualifications rather than actual abilities.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미래를 결정한다고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believe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college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attend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decide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your future.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believe the college you attend will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make or break your future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교육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6057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098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 is it that parents send their children to private academies at such an early age?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With so much competition to enter the best schools,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having a head start </a:t>
                      </a:r>
                      <a:r>
                        <a:rPr lang="en-US" altLang="ko-KR" sz="1000" dirty="0"/>
                        <a:t>can be an advantage.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남들보다 앞서 나간다고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Starting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education ahead of other students can be an advantage.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Having a head start can be an advantage.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099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students in Korea still have to hop around hagwons every day, even on their school breaks.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With so many “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tiger mom</a:t>
                      </a:r>
                      <a:r>
                        <a:rPr lang="en-US" altLang="ko-KR" sz="1000" dirty="0"/>
                        <a:t>” here, they really have no choice.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교육열이 지나친 어머니를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so many mothers in Korea who are overly enthusiastic about their children’s education.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so many “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tiger moms</a:t>
                      </a:r>
                      <a:r>
                        <a:rPr lang="en-US" altLang="ko-KR" sz="1000" dirty="0"/>
                        <a:t>” in Korea.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교육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0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D55A27-8EE6-A1CF-AEAB-D755AFE7B9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51052" y="1080097"/>
            <a:ext cx="3530548" cy="36446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98745E-A38F-D136-FA5A-293DD349EC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492076" y="1080097"/>
            <a:ext cx="3499060" cy="3408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594B0D-5E0D-25E7-086E-529792AEDC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55186" y="1085186"/>
            <a:ext cx="3502995" cy="38414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A64D859-DE39-BD3F-F505-EEAAE0EA46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474967" y="1112622"/>
            <a:ext cx="3499060" cy="22120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관계대명사 </a:t>
            </a:r>
            <a:r>
              <a:rPr lang="en-US" altLang="ko-KR" dirty="0">
                <a:latin typeface="+mj-ea"/>
                <a:ea typeface="+mj-ea"/>
              </a:rPr>
              <a:t>What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140351"/>
            <a:ext cx="8664066" cy="26039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관계사는 일반적으로 선행사를 수식하는 형용사절을 이끕니다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관계대명사 앞에는 항상 선행사가 위치하는데 </a:t>
            </a:r>
            <a:r>
              <a:rPr lang="ko-KR" altLang="en-US" sz="11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 </a:t>
            </a:r>
            <a:r>
              <a:rPr lang="en-US" altLang="ko-KR" sz="11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선행사를 포함하는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개념입니다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선행사까지 포함하고 있기 때문에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절이 형용사절이 아닌 </a:t>
            </a:r>
            <a:r>
              <a:rPr lang="ko-KR" altLang="en-US" sz="11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haven't received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ordered yet. 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주문한 것을 아직까지 받지 못하고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what:  ~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하는 것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thing + which/that)</a:t>
            </a:r>
          </a:p>
          <a:p>
            <a:pPr algn="l">
              <a:lnSpc>
                <a:spcPct val="150000"/>
              </a:lnSpc>
            </a:pP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문장을 관계대명사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사용해서 표현하면 아래와 같습니다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haven't received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food that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ordered yet. 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주문한 음식을 아직까지 받지 못하고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관계대명사  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= </a:t>
            </a:r>
            <a:r>
              <a:rPr lang="ko-KR" altLang="en-US" sz="1100" b="1" i="0" dirty="0" err="1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선행사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이라고 표현할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0FCDD8ED-C4BD-4EA1-B886-28F7D01B4321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75D97D-E582-4533-960F-D65DB02C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관계대명사 </a:t>
            </a:r>
            <a:r>
              <a:rPr lang="en-US" altLang="ko-KR" dirty="0">
                <a:latin typeface="+mj-ea"/>
                <a:ea typeface="+mj-ea"/>
              </a:rPr>
              <a:t>What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명사절을 이끄는 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what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39967" y="1521055"/>
            <a:ext cx="8664066" cy="23500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보통 관계대명사 앞에는 선행사가 있고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관계절이 이 선행사를 수식하기 때문에 관계절은 </a:t>
            </a:r>
            <a:r>
              <a:rPr lang="ko-KR" altLang="en-US" sz="1100" b="0" i="0" dirty="0" err="1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형용사절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haven't received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food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that I ordered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yet. 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아직까지 주문한 음식을 받지 못하고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(haven't received)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food)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 I ordered)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(yet)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 I ordered):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선행사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food)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수식하는 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형용사절</a:t>
            </a:r>
            <a:endParaRPr lang="en-US" altLang="ko-KR" sz="1100" b="1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관계대명사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선행사를 포함하기에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절이 형용사절이 아닌 </a:t>
            </a:r>
            <a:r>
              <a:rPr lang="ko-KR" altLang="en-US" sz="11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되는 것입니다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haven't received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I ordered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yet. 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아직까지 주문한 것을 받지 못하고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(haven't received)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I ordered)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(yet)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이끄는 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I ordered)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(haven't received)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 역할을 하는 명사절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관계대명사 </a:t>
            </a:r>
            <a:r>
              <a:rPr lang="en-US" altLang="ko-KR" dirty="0">
                <a:latin typeface="+mj-ea"/>
                <a:ea typeface="+mj-ea"/>
              </a:rPr>
              <a:t>What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명사절을 이끄는 접속사와 차이점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50841"/>
            <a:ext cx="8664066" cy="3298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명사절을 이끄는 점에서 명사절을 이끄는 접속사와 비슷한 역할을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2"/>
              </a:rPr>
              <a:t> 명사절을 이끄는 접속사 </a:t>
            </a:r>
            <a:r>
              <a:rPr lang="en-US" altLang="ko-KR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2"/>
              </a:rPr>
              <a:t>that, if, whether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관계절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내에서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 역할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하고 있기 때문에 접속사가 아닌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분류합니다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didn't know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that he was absent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그가 결석한 것을 몰랐다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(didn't know)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 he was absent)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 he was absent):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(absent)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 was absent)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반면 관계사대명사는 명사절 내에서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 등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역할을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haven't received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 I ordered yet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주문한 것을 아직까지 받지 못하고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(haven't received)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 I ordered)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(yet)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 I ordered):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(ordered)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 ordered)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289BDC-58C9-4320-9C74-5216D2DDA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4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관계대명사 </a:t>
            </a:r>
            <a:r>
              <a:rPr lang="en-US" altLang="ko-KR" dirty="0">
                <a:latin typeface="+mj-ea"/>
                <a:ea typeface="+mj-ea"/>
              </a:rPr>
              <a:t>What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관계대명사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what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63200"/>
            <a:ext cx="8664066" cy="3298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she said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made me angry.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그녀의 말은 나를 화나게 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she said)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(made)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목적격 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(angry)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she said):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(said)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 said)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don't understand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you're talking about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네가 하는 말이 이해가 안된다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(don't understand)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you're talking about)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you're talking about):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(are talking about)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(you're talking about)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can't give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you want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당신이 원하는 것을 줄 수 없습니다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(can't give)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간접 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직접 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you want)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직접 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you want):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 want)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3F6C00-243E-45BE-B51E-4A299636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1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관계대명사 </a:t>
            </a:r>
            <a:r>
              <a:rPr lang="en-US" altLang="ko-KR" dirty="0">
                <a:latin typeface="+mj-ea"/>
                <a:ea typeface="+mj-ea"/>
              </a:rPr>
              <a:t>What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관계대명사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what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64918"/>
            <a:ext cx="8664066" cy="31604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I want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이것이 내가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원하는거야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I want)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I want):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(want)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 want)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don't know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he became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그가 어떻게 되었는지 모른다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(don't know)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he became)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he became):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(became)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보어가 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 became)</a:t>
            </a:r>
          </a:p>
          <a:p>
            <a:pPr algn="l">
              <a:lnSpc>
                <a:spcPct val="150000"/>
              </a:lnSpc>
            </a:pPr>
            <a:endParaRPr lang="en-US" altLang="ko-KR" sz="6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Playing video games with my friends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makes me happy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친구들과 비디오 게임을 하는 것이 나를 행복하게 하는 것이다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(Playing video games with my friends)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make me happy)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 make me happy):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(make)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목적격 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(happy)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관계대명사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(what)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주어가 빠진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불완전한 문장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(make me happy)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5E231E89-5D03-66A3-C983-3DA3A9D4C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876756-C0BE-4A51-82C5-5B2FF5BD306A}"/>
              </a:ext>
            </a:extLst>
          </p:cNvPr>
          <p:cNvSpPr txBox="1"/>
          <p:nvPr/>
        </p:nvSpPr>
        <p:spPr>
          <a:xfrm>
            <a:off x="6065156" y="4928056"/>
            <a:ext cx="301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https://www.englishcube.net/grammar_exam.php?category2=120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1398524-FE50-4C05-8CBD-C51D82BF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37614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11129</TotalTime>
  <Words>1919</Words>
  <Application>Microsoft Office PowerPoint</Application>
  <PresentationFormat>화면 슬라이드 쇼(16:9)</PresentationFormat>
  <Paragraphs>220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Righteous</vt:lpstr>
      <vt:lpstr>Arial</vt:lpstr>
      <vt:lpstr>Wingdings</vt:lpstr>
      <vt:lpstr>Symbol</vt:lpstr>
      <vt:lpstr>Open Sans</vt:lpstr>
      <vt:lpstr>HY헤드라인M</vt:lpstr>
      <vt:lpstr>맑은 고딕</vt:lpstr>
      <vt:lpstr>Calibri</vt:lpstr>
      <vt:lpstr>TOWN HALL BUSINESS PLAN</vt:lpstr>
      <vt:lpstr>외국어대체 강좌 – 시사영어 </vt:lpstr>
      <vt:lpstr>Table of Contents</vt:lpstr>
      <vt:lpstr>사회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3.1 Grammar: 관계대명사 What</vt:lpstr>
      <vt:lpstr>3.1 Grammar: 관계대명사 What</vt:lpstr>
      <vt:lpstr>3.1 Grammar: 관계대명사 What</vt:lpstr>
      <vt:lpstr>3.1 Grammar: 관계대명사 What</vt:lpstr>
      <vt:lpstr>3.1 Grammar: 관계대명사 What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153</cp:revision>
  <dcterms:modified xsi:type="dcterms:W3CDTF">2024-01-11T11:26:28Z</dcterms:modified>
</cp:coreProperties>
</file>