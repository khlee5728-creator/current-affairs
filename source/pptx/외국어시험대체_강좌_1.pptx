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5"/>
  </p:notesMasterIdLst>
  <p:sldIdLst>
    <p:sldId id="256" r:id="rId2"/>
    <p:sldId id="279" r:id="rId3"/>
    <p:sldId id="371" r:id="rId4"/>
    <p:sldId id="372" r:id="rId5"/>
    <p:sldId id="373" r:id="rId6"/>
    <p:sldId id="375" r:id="rId7"/>
    <p:sldId id="377" r:id="rId8"/>
    <p:sldId id="261" r:id="rId9"/>
    <p:sldId id="369" r:id="rId10"/>
    <p:sldId id="370" r:id="rId11"/>
    <p:sldId id="309" r:id="rId12"/>
    <p:sldId id="376" r:id="rId13"/>
    <p:sldId id="364" r:id="rId14"/>
  </p:sldIdLst>
  <p:sldSz cx="9144000" cy="5143500" type="screen16x9"/>
  <p:notesSz cx="6797675" cy="9926638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Y헤드라인M" panose="02030600000101010101" pitchFamily="18" charset="-127"/>
      <p:regular r:id="rId20"/>
    </p:embeddedFont>
    <p:embeddedFont>
      <p:font typeface="Open Sans" panose="020B0600000101010101" charset="0"/>
      <p:regular r:id="rId21"/>
      <p:bold r:id="rId22"/>
      <p:italic r:id="rId23"/>
      <p:boldItalic r:id="rId24"/>
    </p:embeddedFont>
    <p:embeddedFont>
      <p:font typeface="Righteous" panose="020B0600000101010101" charset="0"/>
      <p:regular r:id="rId25"/>
    </p:embeddedFont>
    <p:embeddedFont>
      <p:font typeface="Tahoma" panose="020B0604030504040204" pitchFamily="34" charset="0"/>
      <p:regular r:id="rId26"/>
      <p:bold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379"/>
    <a:srgbClr val="FDDCAE"/>
    <a:srgbClr val="663DBE"/>
    <a:srgbClr val="FFFFFF"/>
    <a:srgbClr val="A3C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3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5492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8551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kohoo.com/news/englishnewspaper.ph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hyperlink" Target="https://www.arirang.com/" TargetMode="External"/><Relationship Id="rId4" Type="http://schemas.openxmlformats.org/officeDocument/2006/relationships/hyperlink" Target="https://news.google.com/home?gl=US&amp;hl=en-US&amp;ceid=US:e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dict.naver.com/wordbook/enkodict/#/my/mai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 시험 대체 강좌 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&gt;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3" name="Google Shape;1750;p54">
            <a:extLst>
              <a:ext uri="{FF2B5EF4-FFF2-40B4-BE49-F238E27FC236}">
                <a16:creationId xmlns:a16="http://schemas.microsoft.com/office/drawing/2014/main" id="{360E37D8-7847-9874-9BAD-2C40111672C8}"/>
              </a:ext>
            </a:extLst>
          </p:cNvPr>
          <p:cNvSpPr/>
          <p:nvPr/>
        </p:nvSpPr>
        <p:spPr>
          <a:xfrm>
            <a:off x="312881" y="1932020"/>
            <a:ext cx="581368" cy="581368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8" y="1975061"/>
            <a:ext cx="1843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Part 1. </a:t>
            </a:r>
          </a:p>
          <a:p>
            <a:r>
              <a:rPr lang="en-US" altLang="ko-KR" b="1" dirty="0"/>
              <a:t>Orientation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20C6D3-447E-DB35-F07C-F6EBB61E7D3C}"/>
              </a:ext>
            </a:extLst>
          </p:cNvPr>
          <p:cNvSpPr txBox="1"/>
          <p:nvPr/>
        </p:nvSpPr>
        <p:spPr>
          <a:xfrm>
            <a:off x="5288401" y="1963539"/>
            <a:ext cx="1934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Part 2. </a:t>
            </a:r>
          </a:p>
          <a:p>
            <a:r>
              <a:rPr lang="ko-KR" altLang="en-US" b="1" dirty="0"/>
              <a:t>경제성장</a:t>
            </a:r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4524D89C-5E5B-92BE-FEFD-F020D59A9F24}"/>
              </a:ext>
            </a:extLst>
          </p:cNvPr>
          <p:cNvSpPr/>
          <p:nvPr/>
        </p:nvSpPr>
        <p:spPr>
          <a:xfrm>
            <a:off x="4681830" y="1932020"/>
            <a:ext cx="581368" cy="581368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2365767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개요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학습내용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발표준비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ko-KR" alt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수업중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실습 및 과제물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NAVER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단어 사전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1FFB17-AEA7-E483-E12D-55F5F52C7B62}"/>
              </a:ext>
            </a:extLst>
          </p:cNvPr>
          <p:cNvSpPr txBox="1"/>
          <p:nvPr/>
        </p:nvSpPr>
        <p:spPr>
          <a:xfrm>
            <a:off x="4758378" y="2517335"/>
            <a:ext cx="3030237" cy="760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0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0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0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000" dirty="0">
                <a:latin typeface="Calibri" panose="020F0502020204030204" pitchFamily="34" charset="0"/>
                <a:cs typeface="Calibri" panose="020F0502020204030204" pitchFamily="34" charset="0"/>
              </a:rPr>
              <a:t>Grammar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70B446-B633-6D2B-0F8A-6F0A15914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9" y="2040425"/>
            <a:ext cx="367230" cy="3672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3E191E8-42EE-D073-B88F-9864AB1C7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777" y="2030321"/>
            <a:ext cx="367230" cy="367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690677" y="793952"/>
            <a:ext cx="3555597" cy="35555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dirty="0">
                <a:latin typeface="+mj-ea"/>
                <a:ea typeface="+mj-ea"/>
              </a:rPr>
              <a:t>오리엔테이션</a:t>
            </a:r>
            <a:endParaRPr sz="4000" dirty="0">
              <a:latin typeface="+mj-ea"/>
              <a:ea typeface="+mj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Week 01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FC2F28-6735-3A1A-305C-27E1B91479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DE4C45F-BB81-01F3-F3F9-62494AED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590" y="1651905"/>
            <a:ext cx="2041769" cy="204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82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2A12F42-8197-BCD3-B049-8960F2DFD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775" y="1261200"/>
            <a:ext cx="7582975" cy="2961300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ko-KR" altLang="en-US" sz="1400" dirty="0"/>
              <a:t>수업</a:t>
            </a:r>
            <a:r>
              <a:rPr lang="en-US" altLang="ko-KR" sz="1400" dirty="0"/>
              <a:t>: </a:t>
            </a:r>
            <a:r>
              <a:rPr lang="ko-KR" altLang="en-US" sz="1400" dirty="0"/>
              <a:t>강의 </a:t>
            </a:r>
            <a:r>
              <a:rPr lang="en-US" altLang="ko-KR" sz="1400" dirty="0"/>
              <a:t>+ </a:t>
            </a:r>
            <a:r>
              <a:rPr lang="ko-KR" altLang="en-US" sz="1400" dirty="0"/>
              <a:t>실습 </a:t>
            </a:r>
            <a:r>
              <a:rPr lang="en-US" altLang="ko-KR" sz="1400" dirty="0"/>
              <a:t>+ </a:t>
            </a:r>
            <a:r>
              <a:rPr lang="ko-KR" altLang="en-US" sz="1400" dirty="0"/>
              <a:t>발표 </a:t>
            </a:r>
            <a:r>
              <a:rPr lang="en-US" altLang="ko-KR" sz="1400" dirty="0"/>
              <a:t>+ </a:t>
            </a:r>
            <a:r>
              <a:rPr lang="ko-KR" altLang="en-US" sz="1400" dirty="0"/>
              <a:t>과제물</a:t>
            </a:r>
            <a:endParaRPr lang="en-US" altLang="ko-KR" sz="1400" dirty="0"/>
          </a:p>
          <a:p>
            <a:pPr>
              <a:lnSpc>
                <a:spcPct val="250000"/>
              </a:lnSpc>
            </a:pPr>
            <a:r>
              <a:rPr lang="ko-KR" altLang="en-US" sz="1400" dirty="0"/>
              <a:t>교재</a:t>
            </a:r>
            <a:r>
              <a:rPr lang="en-US" altLang="ko-KR" sz="1400" dirty="0"/>
              <a:t>: PPT </a:t>
            </a:r>
            <a:r>
              <a:rPr lang="ko-KR" altLang="en-US" sz="1400" dirty="0"/>
              <a:t>자료 </a:t>
            </a:r>
            <a:r>
              <a:rPr lang="en-US" altLang="ko-KR" sz="1400" dirty="0"/>
              <a:t>(</a:t>
            </a:r>
            <a:r>
              <a:rPr lang="ko-KR" altLang="en-US" sz="1400" i="1" dirty="0"/>
              <a:t>나는 더 </a:t>
            </a:r>
            <a:r>
              <a:rPr lang="ko-KR" altLang="en-US" sz="1400" i="1" dirty="0" err="1"/>
              <a:t>영어답게</a:t>
            </a:r>
            <a:r>
              <a:rPr lang="ko-KR" altLang="en-US" sz="1400" i="1" dirty="0"/>
              <a:t> 말하고 싶다</a:t>
            </a:r>
            <a:r>
              <a:rPr lang="en-US" altLang="ko-KR" sz="1400" i="1" dirty="0"/>
              <a:t>-</a:t>
            </a:r>
            <a:r>
              <a:rPr lang="ko-KR" altLang="en-US" sz="1400" i="1" dirty="0" err="1"/>
              <a:t>시사이슈편</a:t>
            </a:r>
            <a:r>
              <a:rPr lang="en-US" altLang="ko-KR" sz="1400" dirty="0"/>
              <a:t>,  </a:t>
            </a:r>
            <a:r>
              <a:rPr lang="ko-KR" altLang="en-US" sz="1400" dirty="0"/>
              <a:t>장승진</a:t>
            </a:r>
            <a:r>
              <a:rPr lang="en-US" altLang="ko-KR" sz="1400" dirty="0"/>
              <a:t>,  </a:t>
            </a:r>
            <a:r>
              <a:rPr lang="ko-KR" altLang="en-US" sz="1400" dirty="0" err="1"/>
              <a:t>프랙티쿠스</a:t>
            </a:r>
            <a:r>
              <a:rPr lang="en-US" altLang="ko-KR" sz="1400" dirty="0"/>
              <a:t>,  2010)</a:t>
            </a:r>
            <a:endParaRPr lang="ko-KR" altLang="en-US" sz="1400" dirty="0"/>
          </a:p>
          <a:p>
            <a:pPr>
              <a:lnSpc>
                <a:spcPct val="250000"/>
              </a:lnSpc>
            </a:pPr>
            <a:r>
              <a:rPr lang="ko-KR" altLang="en-US" sz="1400" dirty="0"/>
              <a:t>평가</a:t>
            </a:r>
            <a:r>
              <a:rPr lang="en-US" altLang="ko-KR" sz="1400" dirty="0"/>
              <a:t>: </a:t>
            </a:r>
            <a:r>
              <a:rPr lang="ko-KR" altLang="en-US" sz="1400" dirty="0"/>
              <a:t>중간고사</a:t>
            </a:r>
            <a:r>
              <a:rPr lang="en-US" altLang="ko-KR" sz="1400" dirty="0"/>
              <a:t>(30%) +</a:t>
            </a:r>
            <a:r>
              <a:rPr lang="ko-KR" altLang="en-US" sz="1400" dirty="0"/>
              <a:t>기말고사</a:t>
            </a:r>
            <a:r>
              <a:rPr lang="en-US" altLang="ko-KR" sz="1400" dirty="0"/>
              <a:t>(30%) + </a:t>
            </a:r>
            <a:r>
              <a:rPr lang="ko-KR" altLang="en-US" sz="1400" dirty="0"/>
              <a:t>과제물 및 기타</a:t>
            </a:r>
            <a:r>
              <a:rPr lang="en-US" altLang="ko-KR" sz="1400" dirty="0"/>
              <a:t>(10%)+ </a:t>
            </a:r>
            <a:r>
              <a:rPr lang="ko-KR" altLang="en-US" sz="1400" dirty="0"/>
              <a:t>참여 및 출석</a:t>
            </a:r>
            <a:r>
              <a:rPr lang="en-US" altLang="ko-KR" sz="1400" dirty="0"/>
              <a:t>(30%)</a:t>
            </a:r>
          </a:p>
          <a:p>
            <a:pPr>
              <a:lnSpc>
                <a:spcPct val="250000"/>
              </a:lnSpc>
            </a:pPr>
            <a:r>
              <a:rPr lang="ko-KR" altLang="en-US" sz="1400" dirty="0"/>
              <a:t>중간</a:t>
            </a:r>
            <a:r>
              <a:rPr lang="en-US" altLang="ko-KR" sz="1400" dirty="0"/>
              <a:t>/</a:t>
            </a:r>
            <a:r>
              <a:rPr lang="ko-KR" altLang="en-US" sz="1400" dirty="0"/>
              <a:t>기말 고사</a:t>
            </a:r>
            <a:r>
              <a:rPr lang="en-US" altLang="ko-KR" sz="1400" dirty="0"/>
              <a:t>: </a:t>
            </a:r>
            <a:r>
              <a:rPr lang="ko-KR" altLang="en-US" sz="1400" dirty="0"/>
              <a:t>지필 시험 </a:t>
            </a:r>
            <a:r>
              <a:rPr lang="en-US" altLang="ko-KR" sz="1400" dirty="0"/>
              <a:t>(multiple-choice, O/X </a:t>
            </a:r>
            <a:r>
              <a:rPr lang="ko-KR" altLang="en-US" sz="1400" dirty="0"/>
              <a:t>문제</a:t>
            </a:r>
            <a:r>
              <a:rPr lang="en-US" altLang="ko-KR" sz="1400" dirty="0"/>
              <a:t>, </a:t>
            </a:r>
            <a:r>
              <a:rPr lang="ko-KR" altLang="en-US" sz="1400" dirty="0"/>
              <a:t>단답형 주관식 등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955276B-959E-A27C-DA3B-662516B99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개요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B980D7A-6527-CB69-C247-7ACC58CE7927}"/>
              </a:ext>
            </a:extLst>
          </p:cNvPr>
          <p:cNvGrpSpPr/>
          <p:nvPr/>
        </p:nvGrpSpPr>
        <p:grpSpPr>
          <a:xfrm>
            <a:off x="8343693" y="377590"/>
            <a:ext cx="676715" cy="640135"/>
            <a:chOff x="8343693" y="377590"/>
            <a:chExt cx="676715" cy="640135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F0E2140A-75EE-2452-1711-E6F3AF8EFA2F}"/>
                </a:ext>
              </a:extLst>
            </p:cNvPr>
            <p:cNvSpPr/>
            <p:nvPr/>
          </p:nvSpPr>
          <p:spPr>
            <a:xfrm>
              <a:off x="8343693" y="377590"/>
              <a:ext cx="676715" cy="640135"/>
            </a:xfrm>
            <a:prstGeom prst="ellipse">
              <a:avLst/>
            </a:prstGeom>
            <a:solidFill>
              <a:srgbClr val="F8C3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94DF760-EE5A-1CAA-DEA5-5D59FE658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59876" y="478889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066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2D665F-1DB1-B731-FCFB-8AF6D1B6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학습내용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54975EC-5AA7-6FDF-F92F-E2528E88F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998659"/>
              </p:ext>
            </p:extLst>
          </p:nvPr>
        </p:nvGraphicFramePr>
        <p:xfrm>
          <a:off x="439519" y="1212506"/>
          <a:ext cx="8497352" cy="3542711"/>
        </p:xfrm>
        <a:graphic>
          <a:graphicData uri="http://schemas.openxmlformats.org/drawingml/2006/table">
            <a:tbl>
              <a:tblPr>
                <a:tableStyleId>{EAA76DC9-9F1E-41F9-AC6C-C94DD4396BF5}</a:tableStyleId>
              </a:tblPr>
              <a:tblGrid>
                <a:gridCol w="1283191">
                  <a:extLst>
                    <a:ext uri="{9D8B030D-6E8A-4147-A177-3AD203B41FA5}">
                      <a16:colId xmlns:a16="http://schemas.microsoft.com/office/drawing/2014/main" val="3958409916"/>
                    </a:ext>
                  </a:extLst>
                </a:gridCol>
                <a:gridCol w="7214161">
                  <a:extLst>
                    <a:ext uri="{9D8B030D-6E8A-4147-A177-3AD203B41FA5}">
                      <a16:colId xmlns:a16="http://schemas.microsoft.com/office/drawing/2014/main" val="4262390969"/>
                    </a:ext>
                  </a:extLst>
                </a:gridCol>
              </a:tblGrid>
              <a:tr h="246767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경제</a:t>
                      </a:r>
                      <a:endParaRPr lang="ko-KR" sz="1050" kern="1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ko-KR" altLang="en-US" sz="1050" b="0" i="0" u="none" strike="noStrike" kern="100" cap="non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Arial"/>
                          <a:sym typeface="Arial"/>
                        </a:rPr>
                        <a:t>경제 성장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179596"/>
                  </a:ext>
                </a:extLst>
              </a:tr>
              <a:tr h="246767">
                <a:tc vMerge="1">
                  <a:txBody>
                    <a:bodyPr/>
                    <a:lstStyle/>
                    <a:p>
                      <a:pPr algn="l" latinLnBrk="1">
                        <a:lnSpc>
                          <a:spcPts val="800"/>
                        </a:lnSpc>
                      </a:pPr>
                      <a:endParaRPr lang="ko-KR" sz="500" kern="100" dirty="0">
                        <a:effectLst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복지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빈부 격차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물가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endParaRPr lang="ko-KR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688707"/>
                  </a:ext>
                </a:extLst>
              </a:tr>
              <a:tr h="246767">
                <a:tc vMerge="1">
                  <a:txBody>
                    <a:bodyPr/>
                    <a:lstStyle/>
                    <a:p>
                      <a:pPr algn="l" latinLnBrk="1">
                        <a:lnSpc>
                          <a:spcPts val="800"/>
                        </a:lnSpc>
                      </a:pPr>
                      <a:endParaRPr lang="ko-KR" sz="500" kern="100" dirty="0">
                        <a:effectLst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나랏돈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세금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청년실험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대기업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endParaRPr lang="ko-KR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307139"/>
                  </a:ext>
                </a:extLst>
              </a:tr>
              <a:tr h="246767">
                <a:tc vMerge="1">
                  <a:txBody>
                    <a:bodyPr/>
                    <a:lstStyle/>
                    <a:p>
                      <a:pPr algn="l" latinLnBrk="1">
                        <a:lnSpc>
                          <a:spcPts val="800"/>
                        </a:lnSpc>
                      </a:pPr>
                      <a:endParaRPr lang="ko-KR" sz="500" kern="100" dirty="0">
                        <a:effectLst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노사관계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한국 경제의 위상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한국 경제의 어려움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811378"/>
                  </a:ext>
                </a:extLst>
              </a:tr>
              <a:tr h="24676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kern="100" dirty="0">
                          <a:effectLst/>
                          <a:latin typeface="+mj-ea"/>
                          <a:ea typeface="+mj-ea"/>
                        </a:rPr>
                        <a:t>정치외교</a:t>
                      </a:r>
                      <a:endParaRPr lang="ko-KR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부정부패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현실정치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남북관계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북한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endParaRPr lang="ko-KR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317336"/>
                  </a:ext>
                </a:extLst>
              </a:tr>
              <a:tr h="246767">
                <a:tc vMerge="1">
                  <a:txBody>
                    <a:bodyPr/>
                    <a:lstStyle/>
                    <a:p>
                      <a:pPr algn="l" latinLnBrk="1">
                        <a:lnSpc>
                          <a:spcPts val="800"/>
                        </a:lnSpc>
                      </a:pPr>
                      <a:endParaRPr lang="ko-KR" sz="500" kern="100" dirty="0">
                        <a:effectLst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한미관계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한중관계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한일관계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endParaRPr lang="ko-KR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602628"/>
                  </a:ext>
                </a:extLst>
              </a:tr>
              <a:tr h="246767">
                <a:tc row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kern="100" dirty="0">
                          <a:effectLst/>
                          <a:latin typeface="+mj-ea"/>
                          <a:ea typeface="+mj-ea"/>
                        </a:rPr>
                        <a:t>사회</a:t>
                      </a:r>
                      <a:endParaRPr lang="ko-KR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고령화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저출산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흙수저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금수저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교육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endParaRPr lang="ko-KR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2380100"/>
                  </a:ext>
                </a:extLst>
              </a:tr>
              <a:tr h="246767">
                <a:tc vMerge="1">
                  <a:txBody>
                    <a:bodyPr/>
                    <a:lstStyle/>
                    <a:p>
                      <a:pPr algn="l" latinLnBrk="1">
                        <a:lnSpc>
                          <a:spcPts val="800"/>
                        </a:lnSpc>
                      </a:pPr>
                      <a:endParaRPr lang="ko-KR" sz="500" kern="100" dirty="0">
                        <a:effectLst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낙태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결혼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647184"/>
                  </a:ext>
                </a:extLst>
              </a:tr>
              <a:tr h="246767">
                <a:tc vMerge="1">
                  <a:txBody>
                    <a:bodyPr/>
                    <a:lstStyle/>
                    <a:p>
                      <a:pPr algn="l" latinLnBrk="1">
                        <a:lnSpc>
                          <a:spcPts val="800"/>
                        </a:lnSpc>
                      </a:pPr>
                      <a:endParaRPr lang="ko-KR" sz="500" kern="100" dirty="0">
                        <a:effectLst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양성평등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입양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금연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020159"/>
                  </a:ext>
                </a:extLst>
              </a:tr>
              <a:tr h="246767">
                <a:tc vMerge="1">
                  <a:txBody>
                    <a:bodyPr/>
                    <a:lstStyle/>
                    <a:p>
                      <a:pPr algn="l" latinLnBrk="1">
                        <a:lnSpc>
                          <a:spcPts val="800"/>
                        </a:lnSpc>
                      </a:pPr>
                      <a:endParaRPr lang="ko-KR" sz="500" kern="100" dirty="0">
                        <a:effectLst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환경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장애인의 권리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다문화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endParaRPr lang="ko-KR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999268"/>
                  </a:ext>
                </a:extLst>
              </a:tr>
              <a:tr h="246767">
                <a:tc vMerge="1">
                  <a:txBody>
                    <a:bodyPr/>
                    <a:lstStyle/>
                    <a:p>
                      <a:pPr algn="l" latinLnBrk="1">
                        <a:lnSpc>
                          <a:spcPts val="800"/>
                        </a:lnSpc>
                      </a:pPr>
                      <a:endParaRPr lang="ko-KR" sz="500" kern="100" dirty="0">
                        <a:effectLst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동성애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성형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다이어트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아동학대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아동 성범죄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9611"/>
                  </a:ext>
                </a:extLst>
              </a:tr>
              <a:tr h="246767">
                <a:tc vMerge="1">
                  <a:txBody>
                    <a:bodyPr/>
                    <a:lstStyle/>
                    <a:p>
                      <a:pPr algn="l" latinLnBrk="1">
                        <a:lnSpc>
                          <a:spcPts val="800"/>
                        </a:lnSpc>
                      </a:pPr>
                      <a:endParaRPr lang="ko-KR" sz="500" kern="100" dirty="0">
                        <a:effectLst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청소년 게임 중독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스마트폰 중독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인터넷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학교폭력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왕따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625247"/>
                  </a:ext>
                </a:extLst>
              </a:tr>
              <a:tr h="24676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kern="100" dirty="0">
                          <a:effectLst/>
                          <a:latin typeface="+mj-ea"/>
                          <a:ea typeface="+mj-ea"/>
                        </a:rPr>
                        <a:t>문화 과학</a:t>
                      </a:r>
                      <a:endParaRPr lang="ko-KR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K-pop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오디션 프로그램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지상파 방송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연예인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635841"/>
                  </a:ext>
                </a:extLst>
              </a:tr>
              <a:tr h="273731">
                <a:tc vMerge="1">
                  <a:txBody>
                    <a:bodyPr/>
                    <a:lstStyle/>
                    <a:p>
                      <a:pPr algn="l" latinLnBrk="1">
                        <a:lnSpc>
                          <a:spcPts val="800"/>
                        </a:lnSpc>
                      </a:pPr>
                      <a:endParaRPr lang="ko-KR" sz="500" kern="100" dirty="0">
                        <a:effectLst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SNS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자율 </a:t>
                      </a:r>
                      <a:r>
                        <a:rPr lang="ko-KR" sz="1050" kern="100" dirty="0" err="1">
                          <a:effectLst/>
                          <a:latin typeface="+mj-ea"/>
                          <a:ea typeface="+mj-ea"/>
                        </a:rPr>
                        <a:t>주행차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생명과학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/ </a:t>
                      </a:r>
                      <a:r>
                        <a:rPr lang="ko-KR" sz="1050" kern="100" dirty="0">
                          <a:effectLst/>
                          <a:latin typeface="+mj-ea"/>
                          <a:ea typeface="+mj-ea"/>
                        </a:rPr>
                        <a:t>인공지능</a:t>
                      </a: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endParaRPr lang="ko-KR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566203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4B2DDE7B-CF2F-2507-392A-AB92F8E59FA9}"/>
              </a:ext>
            </a:extLst>
          </p:cNvPr>
          <p:cNvGrpSpPr/>
          <p:nvPr/>
        </p:nvGrpSpPr>
        <p:grpSpPr>
          <a:xfrm>
            <a:off x="8343693" y="377590"/>
            <a:ext cx="676715" cy="640135"/>
            <a:chOff x="8343693" y="377590"/>
            <a:chExt cx="676715" cy="640135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5F38EA8-55DC-085F-A115-458037F5F29D}"/>
                </a:ext>
              </a:extLst>
            </p:cNvPr>
            <p:cNvSpPr/>
            <p:nvPr/>
          </p:nvSpPr>
          <p:spPr>
            <a:xfrm>
              <a:off x="8343693" y="377590"/>
              <a:ext cx="676715" cy="640135"/>
            </a:xfrm>
            <a:prstGeom prst="ellipse">
              <a:avLst/>
            </a:prstGeom>
            <a:solidFill>
              <a:srgbClr val="F8C3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F26EDF2-CFEF-5F22-0631-C0BA73605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59876" y="478889"/>
              <a:ext cx="444348" cy="4443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8796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156D597-DD55-722E-7483-25350B97C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931" y="1271303"/>
            <a:ext cx="7525825" cy="3427171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ko-KR" altLang="en-US" dirty="0"/>
              <a:t>수업 실습 시간에 인터넷 기사 스크랩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PPT(</a:t>
            </a:r>
            <a:r>
              <a:rPr lang="ko-KR" altLang="en-US" dirty="0"/>
              <a:t>또는 원하는 양식 선택 가능</a:t>
            </a:r>
            <a:r>
              <a:rPr lang="en-US" altLang="ko-KR" dirty="0"/>
              <a:t>)</a:t>
            </a:r>
            <a:r>
              <a:rPr lang="ko-KR" altLang="en-US" dirty="0"/>
              <a:t>에 스크랩한 기사 요약 정리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C00000"/>
                </a:solidFill>
              </a:rPr>
              <a:t>영어 표현 정리 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dirty="0"/>
              <a:t>   </a:t>
            </a:r>
            <a:r>
              <a:rPr lang="en-US" altLang="ko-KR" dirty="0"/>
              <a:t>(</a:t>
            </a:r>
            <a:r>
              <a:rPr lang="ko-KR" altLang="en-US" dirty="0"/>
              <a:t>주제와 관련한 기사</a:t>
            </a:r>
            <a:r>
              <a:rPr lang="en-US" altLang="ko-KR" dirty="0"/>
              <a:t>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영상 등 포함</a:t>
            </a:r>
            <a:r>
              <a:rPr lang="en-US" altLang="ko-KR" dirty="0"/>
              <a:t>, </a:t>
            </a:r>
            <a:r>
              <a:rPr lang="ko-KR" altLang="en-US" dirty="0"/>
              <a:t>주요단어 표현 정리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ko-KR" altLang="en-US" dirty="0"/>
              <a:t>매주 수업 시간에 진행 </a:t>
            </a:r>
            <a:endParaRPr lang="en-US" altLang="ko-KR" dirty="0"/>
          </a:p>
          <a:p>
            <a:pPr>
              <a:lnSpc>
                <a:spcPct val="250000"/>
              </a:lnSpc>
            </a:pPr>
            <a:r>
              <a:rPr lang="ko-KR" altLang="en-US" dirty="0"/>
              <a:t>인터넷 검색 참고 사이트 </a:t>
            </a:r>
            <a:endParaRPr lang="en-US" altLang="ko-KR" dirty="0"/>
          </a:p>
          <a:p>
            <a:pPr marL="0" indent="0">
              <a:lnSpc>
                <a:spcPct val="250000"/>
              </a:lnSpc>
              <a:buNone/>
            </a:pPr>
            <a:r>
              <a:rPr lang="en-US" altLang="ko-KR" sz="1000" dirty="0">
                <a:hlinkClick r:id="rId3"/>
              </a:rPr>
              <a:t>https://lekohoo.com/news/englishnewspaper.php</a:t>
            </a:r>
            <a:endParaRPr lang="en-US" altLang="ko-KR" sz="1000" dirty="0"/>
          </a:p>
          <a:p>
            <a:pPr marL="0" indent="0">
              <a:lnSpc>
                <a:spcPct val="250000"/>
              </a:lnSpc>
              <a:buNone/>
            </a:pPr>
            <a:r>
              <a:rPr lang="en-US" altLang="ko-KR" sz="1000" dirty="0">
                <a:hlinkClick r:id="rId4"/>
              </a:rPr>
              <a:t>https://news.google.com/home?gl=US&amp;hl=en-US&amp;ceid=US:en</a:t>
            </a:r>
            <a:endParaRPr lang="en-US" altLang="ko-KR" sz="1000" dirty="0"/>
          </a:p>
          <a:p>
            <a:pPr marL="0" indent="0">
              <a:lnSpc>
                <a:spcPct val="250000"/>
              </a:lnSpc>
              <a:buNone/>
            </a:pPr>
            <a:r>
              <a:rPr lang="en-US" altLang="ko-KR" sz="1000" dirty="0">
                <a:hlinkClick r:id="rId5"/>
              </a:rPr>
              <a:t>https://www.arirang.com/</a:t>
            </a:r>
            <a:endParaRPr lang="en-US" altLang="ko-KR" sz="1000" dirty="0"/>
          </a:p>
          <a:p>
            <a:pPr marL="0" indent="0">
              <a:lnSpc>
                <a:spcPct val="250000"/>
              </a:lnSpc>
              <a:buNone/>
            </a:pP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81FF2E8-7CC3-7572-C09E-6CEE1AE8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수업 중 실습 및 발표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D849492-5E19-FB64-FA96-C9F9BA4E2095}"/>
              </a:ext>
            </a:extLst>
          </p:cNvPr>
          <p:cNvGrpSpPr/>
          <p:nvPr/>
        </p:nvGrpSpPr>
        <p:grpSpPr>
          <a:xfrm>
            <a:off x="8343693" y="377590"/>
            <a:ext cx="676715" cy="640135"/>
            <a:chOff x="8343693" y="377590"/>
            <a:chExt cx="676715" cy="640135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AA673A5-0D9B-5389-CA09-931BCA0C2E55}"/>
                </a:ext>
              </a:extLst>
            </p:cNvPr>
            <p:cNvSpPr/>
            <p:nvPr/>
          </p:nvSpPr>
          <p:spPr>
            <a:xfrm>
              <a:off x="8343693" y="377590"/>
              <a:ext cx="676715" cy="640135"/>
            </a:xfrm>
            <a:prstGeom prst="ellipse">
              <a:avLst/>
            </a:prstGeom>
            <a:solidFill>
              <a:srgbClr val="F8C3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C845AEC-7AD8-1434-6592-1F8B0B095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59876" y="478889"/>
              <a:ext cx="444348" cy="444348"/>
            </a:xfrm>
            <a:prstGeom prst="rect">
              <a:avLst/>
            </a:prstGeom>
          </p:spPr>
        </p:pic>
      </p:grpSp>
      <p:grpSp>
        <p:nvGrpSpPr>
          <p:cNvPr id="7" name="Google Shape;1180;p39">
            <a:extLst>
              <a:ext uri="{FF2B5EF4-FFF2-40B4-BE49-F238E27FC236}">
                <a16:creationId xmlns:a16="http://schemas.microsoft.com/office/drawing/2014/main" id="{62BCC924-B7FE-4808-9300-CE2C4D622A1A}"/>
              </a:ext>
            </a:extLst>
          </p:cNvPr>
          <p:cNvGrpSpPr/>
          <p:nvPr/>
        </p:nvGrpSpPr>
        <p:grpSpPr>
          <a:xfrm>
            <a:off x="6997570" y="1578474"/>
            <a:ext cx="749455" cy="2326751"/>
            <a:chOff x="-5772000" y="1244100"/>
            <a:chExt cx="1097276" cy="3406597"/>
          </a:xfrm>
        </p:grpSpPr>
        <p:sp>
          <p:nvSpPr>
            <p:cNvPr id="11" name="Google Shape;1181;p39">
              <a:extLst>
                <a:ext uri="{FF2B5EF4-FFF2-40B4-BE49-F238E27FC236}">
                  <a16:creationId xmlns:a16="http://schemas.microsoft.com/office/drawing/2014/main" id="{70BAF768-58DF-4864-B001-43E4F441A4ED}"/>
                </a:ext>
              </a:extLst>
            </p:cNvPr>
            <p:cNvSpPr/>
            <p:nvPr/>
          </p:nvSpPr>
          <p:spPr>
            <a:xfrm>
              <a:off x="-5622150" y="2730925"/>
              <a:ext cx="697242" cy="1485319"/>
            </a:xfrm>
            <a:custGeom>
              <a:avLst/>
              <a:gdLst/>
              <a:ahLst/>
              <a:cxnLst/>
              <a:rect l="l" t="t" r="r" b="b"/>
              <a:pathLst>
                <a:path w="9183" h="19614" extrusionOk="0">
                  <a:moveTo>
                    <a:pt x="3250" y="1"/>
                  </a:moveTo>
                  <a:cubicBezTo>
                    <a:pt x="3231" y="1"/>
                    <a:pt x="3211" y="1"/>
                    <a:pt x="3192" y="1"/>
                  </a:cubicBezTo>
                  <a:cubicBezTo>
                    <a:pt x="2610" y="20"/>
                    <a:pt x="2039" y="11"/>
                    <a:pt x="1467" y="125"/>
                  </a:cubicBezTo>
                  <a:cubicBezTo>
                    <a:pt x="1239" y="163"/>
                    <a:pt x="1096" y="230"/>
                    <a:pt x="1001" y="430"/>
                  </a:cubicBezTo>
                  <a:cubicBezTo>
                    <a:pt x="982" y="468"/>
                    <a:pt x="953" y="497"/>
                    <a:pt x="925" y="525"/>
                  </a:cubicBezTo>
                  <a:cubicBezTo>
                    <a:pt x="744" y="954"/>
                    <a:pt x="591" y="1392"/>
                    <a:pt x="477" y="1840"/>
                  </a:cubicBezTo>
                  <a:cubicBezTo>
                    <a:pt x="220" y="3030"/>
                    <a:pt x="105" y="4240"/>
                    <a:pt x="115" y="5450"/>
                  </a:cubicBezTo>
                  <a:cubicBezTo>
                    <a:pt x="105" y="7840"/>
                    <a:pt x="29" y="10222"/>
                    <a:pt x="29" y="12603"/>
                  </a:cubicBezTo>
                  <a:cubicBezTo>
                    <a:pt x="29" y="14794"/>
                    <a:pt x="1" y="16984"/>
                    <a:pt x="134" y="19175"/>
                  </a:cubicBezTo>
                  <a:cubicBezTo>
                    <a:pt x="144" y="19404"/>
                    <a:pt x="191" y="19470"/>
                    <a:pt x="410" y="19537"/>
                  </a:cubicBezTo>
                  <a:cubicBezTo>
                    <a:pt x="639" y="19594"/>
                    <a:pt x="867" y="19613"/>
                    <a:pt x="1106" y="19613"/>
                  </a:cubicBezTo>
                  <a:cubicBezTo>
                    <a:pt x="1387" y="19604"/>
                    <a:pt x="1668" y="19599"/>
                    <a:pt x="1948" y="19599"/>
                  </a:cubicBezTo>
                  <a:cubicBezTo>
                    <a:pt x="2229" y="19599"/>
                    <a:pt x="2510" y="19604"/>
                    <a:pt x="2791" y="19613"/>
                  </a:cubicBezTo>
                  <a:cubicBezTo>
                    <a:pt x="2972" y="19604"/>
                    <a:pt x="3153" y="19575"/>
                    <a:pt x="3325" y="19528"/>
                  </a:cubicBezTo>
                  <a:cubicBezTo>
                    <a:pt x="3630" y="19442"/>
                    <a:pt x="3658" y="19442"/>
                    <a:pt x="3677" y="19108"/>
                  </a:cubicBezTo>
                  <a:cubicBezTo>
                    <a:pt x="3725" y="18527"/>
                    <a:pt x="3763" y="17956"/>
                    <a:pt x="3801" y="17375"/>
                  </a:cubicBezTo>
                  <a:cubicBezTo>
                    <a:pt x="3868" y="16127"/>
                    <a:pt x="3954" y="14870"/>
                    <a:pt x="4106" y="13622"/>
                  </a:cubicBezTo>
                  <a:cubicBezTo>
                    <a:pt x="4173" y="13060"/>
                    <a:pt x="4249" y="12498"/>
                    <a:pt x="4325" y="11936"/>
                  </a:cubicBezTo>
                  <a:cubicBezTo>
                    <a:pt x="4430" y="11079"/>
                    <a:pt x="4535" y="10212"/>
                    <a:pt x="4639" y="9355"/>
                  </a:cubicBezTo>
                  <a:cubicBezTo>
                    <a:pt x="4658" y="9260"/>
                    <a:pt x="4639" y="9145"/>
                    <a:pt x="4744" y="9069"/>
                  </a:cubicBezTo>
                  <a:cubicBezTo>
                    <a:pt x="4754" y="9088"/>
                    <a:pt x="4763" y="9126"/>
                    <a:pt x="4773" y="9155"/>
                  </a:cubicBezTo>
                  <a:cubicBezTo>
                    <a:pt x="4925" y="10269"/>
                    <a:pt x="5011" y="11403"/>
                    <a:pt x="5068" y="12527"/>
                  </a:cubicBezTo>
                  <a:cubicBezTo>
                    <a:pt x="5116" y="13441"/>
                    <a:pt x="5201" y="14355"/>
                    <a:pt x="5230" y="15270"/>
                  </a:cubicBezTo>
                  <a:cubicBezTo>
                    <a:pt x="5268" y="16308"/>
                    <a:pt x="5363" y="17356"/>
                    <a:pt x="5363" y="18394"/>
                  </a:cubicBezTo>
                  <a:cubicBezTo>
                    <a:pt x="5363" y="18604"/>
                    <a:pt x="5373" y="18823"/>
                    <a:pt x="5392" y="19032"/>
                  </a:cubicBezTo>
                  <a:cubicBezTo>
                    <a:pt x="5401" y="19327"/>
                    <a:pt x="5630" y="19566"/>
                    <a:pt x="5925" y="19594"/>
                  </a:cubicBezTo>
                  <a:cubicBezTo>
                    <a:pt x="6030" y="19604"/>
                    <a:pt x="6135" y="19608"/>
                    <a:pt x="6240" y="19608"/>
                  </a:cubicBezTo>
                  <a:cubicBezTo>
                    <a:pt x="6344" y="19608"/>
                    <a:pt x="6449" y="19604"/>
                    <a:pt x="6554" y="19594"/>
                  </a:cubicBezTo>
                  <a:cubicBezTo>
                    <a:pt x="7008" y="19594"/>
                    <a:pt x="7463" y="19525"/>
                    <a:pt x="7917" y="19525"/>
                  </a:cubicBezTo>
                  <a:cubicBezTo>
                    <a:pt x="7967" y="19525"/>
                    <a:pt x="8018" y="19526"/>
                    <a:pt x="8068" y="19528"/>
                  </a:cubicBezTo>
                  <a:cubicBezTo>
                    <a:pt x="8084" y="19529"/>
                    <a:pt x="8100" y="19530"/>
                    <a:pt x="8116" y="19530"/>
                  </a:cubicBezTo>
                  <a:cubicBezTo>
                    <a:pt x="8195" y="19530"/>
                    <a:pt x="8273" y="19510"/>
                    <a:pt x="8345" y="19470"/>
                  </a:cubicBezTo>
                  <a:cubicBezTo>
                    <a:pt x="8468" y="19442"/>
                    <a:pt x="8564" y="19337"/>
                    <a:pt x="8583" y="19213"/>
                  </a:cubicBezTo>
                  <a:cubicBezTo>
                    <a:pt x="8621" y="19061"/>
                    <a:pt x="8649" y="18899"/>
                    <a:pt x="8649" y="18746"/>
                  </a:cubicBezTo>
                  <a:cubicBezTo>
                    <a:pt x="8621" y="17651"/>
                    <a:pt x="8706" y="16556"/>
                    <a:pt x="8697" y="15460"/>
                  </a:cubicBezTo>
                  <a:cubicBezTo>
                    <a:pt x="8697" y="14708"/>
                    <a:pt x="8678" y="13955"/>
                    <a:pt x="8706" y="13212"/>
                  </a:cubicBezTo>
                  <a:cubicBezTo>
                    <a:pt x="8754" y="12069"/>
                    <a:pt x="8859" y="10917"/>
                    <a:pt x="8916" y="9774"/>
                  </a:cubicBezTo>
                  <a:cubicBezTo>
                    <a:pt x="8964" y="8926"/>
                    <a:pt x="8983" y="8069"/>
                    <a:pt x="9021" y="7221"/>
                  </a:cubicBezTo>
                  <a:cubicBezTo>
                    <a:pt x="9107" y="5583"/>
                    <a:pt x="9183" y="3954"/>
                    <a:pt x="9154" y="2316"/>
                  </a:cubicBezTo>
                  <a:cubicBezTo>
                    <a:pt x="9135" y="1716"/>
                    <a:pt x="9068" y="1125"/>
                    <a:pt x="8792" y="573"/>
                  </a:cubicBezTo>
                  <a:cubicBezTo>
                    <a:pt x="8263" y="997"/>
                    <a:pt x="7706" y="1170"/>
                    <a:pt x="7132" y="1170"/>
                  </a:cubicBezTo>
                  <a:cubicBezTo>
                    <a:pt x="6673" y="1170"/>
                    <a:pt x="6203" y="1059"/>
                    <a:pt x="5725" y="878"/>
                  </a:cubicBezTo>
                  <a:cubicBezTo>
                    <a:pt x="5239" y="697"/>
                    <a:pt x="4782" y="459"/>
                    <a:pt x="4315" y="239"/>
                  </a:cubicBezTo>
                  <a:cubicBezTo>
                    <a:pt x="3990" y="86"/>
                    <a:pt x="3621" y="1"/>
                    <a:pt x="3250" y="1"/>
                  </a:cubicBezTo>
                  <a:close/>
                </a:path>
              </a:pathLst>
            </a:custGeom>
            <a:solidFill>
              <a:srgbClr val="FFA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82;p39">
              <a:extLst>
                <a:ext uri="{FF2B5EF4-FFF2-40B4-BE49-F238E27FC236}">
                  <a16:creationId xmlns:a16="http://schemas.microsoft.com/office/drawing/2014/main" id="{792187C0-0FDC-4352-8F2E-91DE1B0B0232}"/>
                </a:ext>
              </a:extLst>
            </p:cNvPr>
            <p:cNvSpPr/>
            <p:nvPr/>
          </p:nvSpPr>
          <p:spPr>
            <a:xfrm>
              <a:off x="-5761853" y="1990243"/>
              <a:ext cx="876470" cy="829292"/>
            </a:xfrm>
            <a:custGeom>
              <a:avLst/>
              <a:gdLst/>
              <a:ahLst/>
              <a:cxnLst/>
              <a:rect l="l" t="t" r="r" b="b"/>
              <a:pathLst>
                <a:path w="11574" h="10951" extrusionOk="0">
                  <a:moveTo>
                    <a:pt x="3429" y="0"/>
                  </a:moveTo>
                  <a:cubicBezTo>
                    <a:pt x="3210" y="0"/>
                    <a:pt x="3010" y="48"/>
                    <a:pt x="2829" y="162"/>
                  </a:cubicBezTo>
                  <a:cubicBezTo>
                    <a:pt x="2458" y="362"/>
                    <a:pt x="2105" y="600"/>
                    <a:pt x="1781" y="867"/>
                  </a:cubicBezTo>
                  <a:cubicBezTo>
                    <a:pt x="1410" y="1172"/>
                    <a:pt x="1105" y="1553"/>
                    <a:pt x="905" y="1991"/>
                  </a:cubicBezTo>
                  <a:cubicBezTo>
                    <a:pt x="467" y="2886"/>
                    <a:pt x="162" y="3848"/>
                    <a:pt x="0" y="4829"/>
                  </a:cubicBezTo>
                  <a:cubicBezTo>
                    <a:pt x="629" y="4906"/>
                    <a:pt x="1267" y="5039"/>
                    <a:pt x="1905" y="5067"/>
                  </a:cubicBezTo>
                  <a:cubicBezTo>
                    <a:pt x="2105" y="5096"/>
                    <a:pt x="2296" y="5153"/>
                    <a:pt x="2477" y="5239"/>
                  </a:cubicBezTo>
                  <a:cubicBezTo>
                    <a:pt x="2896" y="5420"/>
                    <a:pt x="3305" y="5610"/>
                    <a:pt x="3715" y="5820"/>
                  </a:cubicBezTo>
                  <a:cubicBezTo>
                    <a:pt x="4401" y="6172"/>
                    <a:pt x="5144" y="6372"/>
                    <a:pt x="5858" y="6649"/>
                  </a:cubicBezTo>
                  <a:cubicBezTo>
                    <a:pt x="6172" y="6772"/>
                    <a:pt x="6487" y="6877"/>
                    <a:pt x="6811" y="6963"/>
                  </a:cubicBezTo>
                  <a:cubicBezTo>
                    <a:pt x="6887" y="6982"/>
                    <a:pt x="6945" y="6993"/>
                    <a:pt x="6990" y="6993"/>
                  </a:cubicBezTo>
                  <a:cubicBezTo>
                    <a:pt x="7101" y="6993"/>
                    <a:pt x="7132" y="6924"/>
                    <a:pt x="7173" y="6734"/>
                  </a:cubicBezTo>
                  <a:cubicBezTo>
                    <a:pt x="7220" y="6506"/>
                    <a:pt x="7258" y="6277"/>
                    <a:pt x="7287" y="6049"/>
                  </a:cubicBezTo>
                  <a:cubicBezTo>
                    <a:pt x="7354" y="5296"/>
                    <a:pt x="7773" y="4715"/>
                    <a:pt x="8220" y="4153"/>
                  </a:cubicBezTo>
                  <a:cubicBezTo>
                    <a:pt x="8264" y="4095"/>
                    <a:pt x="8318" y="4038"/>
                    <a:pt x="8387" y="4038"/>
                  </a:cubicBezTo>
                  <a:cubicBezTo>
                    <a:pt x="8409" y="4038"/>
                    <a:pt x="8433" y="4044"/>
                    <a:pt x="8458" y="4058"/>
                  </a:cubicBezTo>
                  <a:cubicBezTo>
                    <a:pt x="8554" y="4124"/>
                    <a:pt x="8582" y="4248"/>
                    <a:pt x="8525" y="4344"/>
                  </a:cubicBezTo>
                  <a:cubicBezTo>
                    <a:pt x="8449" y="4515"/>
                    <a:pt x="8325" y="4658"/>
                    <a:pt x="8287" y="4858"/>
                  </a:cubicBezTo>
                  <a:cubicBezTo>
                    <a:pt x="8239" y="4991"/>
                    <a:pt x="8268" y="5144"/>
                    <a:pt x="8363" y="5258"/>
                  </a:cubicBezTo>
                  <a:cubicBezTo>
                    <a:pt x="8592" y="5515"/>
                    <a:pt x="8678" y="5877"/>
                    <a:pt x="8573" y="6210"/>
                  </a:cubicBezTo>
                  <a:cubicBezTo>
                    <a:pt x="8544" y="6353"/>
                    <a:pt x="8525" y="6496"/>
                    <a:pt x="8535" y="6649"/>
                  </a:cubicBezTo>
                  <a:cubicBezTo>
                    <a:pt x="8506" y="6915"/>
                    <a:pt x="8468" y="7163"/>
                    <a:pt x="8268" y="7373"/>
                  </a:cubicBezTo>
                  <a:cubicBezTo>
                    <a:pt x="8201" y="7449"/>
                    <a:pt x="8135" y="7534"/>
                    <a:pt x="8097" y="7630"/>
                  </a:cubicBezTo>
                  <a:cubicBezTo>
                    <a:pt x="7963" y="7915"/>
                    <a:pt x="7763" y="7992"/>
                    <a:pt x="7468" y="7992"/>
                  </a:cubicBezTo>
                  <a:cubicBezTo>
                    <a:pt x="6696" y="7973"/>
                    <a:pt x="5934" y="7896"/>
                    <a:pt x="5172" y="7801"/>
                  </a:cubicBezTo>
                  <a:cubicBezTo>
                    <a:pt x="4287" y="7696"/>
                    <a:pt x="3391" y="7592"/>
                    <a:pt x="2505" y="7496"/>
                  </a:cubicBezTo>
                  <a:cubicBezTo>
                    <a:pt x="2135" y="7458"/>
                    <a:pt x="1680" y="6210"/>
                    <a:pt x="1309" y="6210"/>
                  </a:cubicBezTo>
                  <a:cubicBezTo>
                    <a:pt x="1308" y="6210"/>
                    <a:pt x="1307" y="6210"/>
                    <a:pt x="1305" y="6210"/>
                  </a:cubicBezTo>
                  <a:cubicBezTo>
                    <a:pt x="1239" y="6334"/>
                    <a:pt x="1334" y="7620"/>
                    <a:pt x="1334" y="7763"/>
                  </a:cubicBezTo>
                  <a:lnTo>
                    <a:pt x="1334" y="8649"/>
                  </a:lnTo>
                  <a:cubicBezTo>
                    <a:pt x="1353" y="9297"/>
                    <a:pt x="1743" y="9878"/>
                    <a:pt x="2334" y="10135"/>
                  </a:cubicBezTo>
                  <a:lnTo>
                    <a:pt x="2772" y="10316"/>
                  </a:lnTo>
                  <a:cubicBezTo>
                    <a:pt x="2801" y="10278"/>
                    <a:pt x="2829" y="10249"/>
                    <a:pt x="2848" y="10211"/>
                  </a:cubicBezTo>
                  <a:cubicBezTo>
                    <a:pt x="2943" y="10011"/>
                    <a:pt x="3086" y="9944"/>
                    <a:pt x="3315" y="9906"/>
                  </a:cubicBezTo>
                  <a:cubicBezTo>
                    <a:pt x="3886" y="9801"/>
                    <a:pt x="4467" y="9801"/>
                    <a:pt x="5039" y="9782"/>
                  </a:cubicBezTo>
                  <a:cubicBezTo>
                    <a:pt x="5059" y="9782"/>
                    <a:pt x="5078" y="9782"/>
                    <a:pt x="5098" y="9782"/>
                  </a:cubicBezTo>
                  <a:cubicBezTo>
                    <a:pt x="5469" y="9782"/>
                    <a:pt x="5838" y="9867"/>
                    <a:pt x="6172" y="10020"/>
                  </a:cubicBezTo>
                  <a:cubicBezTo>
                    <a:pt x="6639" y="10240"/>
                    <a:pt x="7096" y="10478"/>
                    <a:pt x="7573" y="10659"/>
                  </a:cubicBezTo>
                  <a:cubicBezTo>
                    <a:pt x="8050" y="10840"/>
                    <a:pt x="8523" y="10951"/>
                    <a:pt x="8983" y="10951"/>
                  </a:cubicBezTo>
                  <a:cubicBezTo>
                    <a:pt x="9560" y="10951"/>
                    <a:pt x="10120" y="10778"/>
                    <a:pt x="10649" y="10354"/>
                  </a:cubicBezTo>
                  <a:cubicBezTo>
                    <a:pt x="11002" y="9801"/>
                    <a:pt x="11173" y="9211"/>
                    <a:pt x="11078" y="8554"/>
                  </a:cubicBezTo>
                  <a:cubicBezTo>
                    <a:pt x="10821" y="7896"/>
                    <a:pt x="10621" y="7220"/>
                    <a:pt x="10468" y="6534"/>
                  </a:cubicBezTo>
                  <a:cubicBezTo>
                    <a:pt x="10411" y="6363"/>
                    <a:pt x="10459" y="6182"/>
                    <a:pt x="10583" y="6058"/>
                  </a:cubicBezTo>
                  <a:cubicBezTo>
                    <a:pt x="10744" y="5849"/>
                    <a:pt x="10906" y="5620"/>
                    <a:pt x="11049" y="5391"/>
                  </a:cubicBezTo>
                  <a:cubicBezTo>
                    <a:pt x="11030" y="5163"/>
                    <a:pt x="11192" y="5020"/>
                    <a:pt x="11297" y="4858"/>
                  </a:cubicBezTo>
                  <a:cubicBezTo>
                    <a:pt x="11573" y="4448"/>
                    <a:pt x="11573" y="4248"/>
                    <a:pt x="11297" y="3858"/>
                  </a:cubicBezTo>
                  <a:cubicBezTo>
                    <a:pt x="11087" y="3553"/>
                    <a:pt x="10897" y="3239"/>
                    <a:pt x="10706" y="2924"/>
                  </a:cubicBezTo>
                  <a:cubicBezTo>
                    <a:pt x="10268" y="2210"/>
                    <a:pt x="9744" y="1572"/>
                    <a:pt x="8963" y="1200"/>
                  </a:cubicBezTo>
                  <a:cubicBezTo>
                    <a:pt x="8582" y="1019"/>
                    <a:pt x="8192" y="857"/>
                    <a:pt x="7792" y="734"/>
                  </a:cubicBezTo>
                  <a:cubicBezTo>
                    <a:pt x="7601" y="981"/>
                    <a:pt x="7373" y="1191"/>
                    <a:pt x="7106" y="1353"/>
                  </a:cubicBezTo>
                  <a:cubicBezTo>
                    <a:pt x="6853" y="1499"/>
                    <a:pt x="6582" y="1548"/>
                    <a:pt x="6306" y="1548"/>
                  </a:cubicBezTo>
                  <a:cubicBezTo>
                    <a:pt x="6186" y="1548"/>
                    <a:pt x="6065" y="1539"/>
                    <a:pt x="5944" y="1524"/>
                  </a:cubicBezTo>
                  <a:cubicBezTo>
                    <a:pt x="5058" y="1438"/>
                    <a:pt x="4229" y="1019"/>
                    <a:pt x="3648" y="343"/>
                  </a:cubicBezTo>
                  <a:cubicBezTo>
                    <a:pt x="3553" y="248"/>
                    <a:pt x="3477" y="134"/>
                    <a:pt x="3429" y="0"/>
                  </a:cubicBezTo>
                  <a:close/>
                </a:path>
              </a:pathLst>
            </a:custGeom>
            <a:solidFill>
              <a:srgbClr val="362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83;p39">
              <a:extLst>
                <a:ext uri="{FF2B5EF4-FFF2-40B4-BE49-F238E27FC236}">
                  <a16:creationId xmlns:a16="http://schemas.microsoft.com/office/drawing/2014/main" id="{C44806B6-0E23-4367-BE85-CAA9B4963418}"/>
                </a:ext>
              </a:extLst>
            </p:cNvPr>
            <p:cNvSpPr/>
            <p:nvPr/>
          </p:nvSpPr>
          <p:spPr>
            <a:xfrm>
              <a:off x="-5447356" y="1271718"/>
              <a:ext cx="349180" cy="572121"/>
            </a:xfrm>
            <a:custGeom>
              <a:avLst/>
              <a:gdLst/>
              <a:ahLst/>
              <a:cxnLst/>
              <a:rect l="l" t="t" r="r" b="b"/>
              <a:pathLst>
                <a:path w="4611" h="7555" extrusionOk="0">
                  <a:moveTo>
                    <a:pt x="2378" y="1"/>
                  </a:moveTo>
                  <a:cubicBezTo>
                    <a:pt x="1961" y="1"/>
                    <a:pt x="1608" y="322"/>
                    <a:pt x="1581" y="747"/>
                  </a:cubicBezTo>
                  <a:cubicBezTo>
                    <a:pt x="1562" y="880"/>
                    <a:pt x="1591" y="1023"/>
                    <a:pt x="1658" y="1147"/>
                  </a:cubicBezTo>
                  <a:cubicBezTo>
                    <a:pt x="1734" y="1299"/>
                    <a:pt x="1686" y="1375"/>
                    <a:pt x="1553" y="1442"/>
                  </a:cubicBezTo>
                  <a:cubicBezTo>
                    <a:pt x="1534" y="1452"/>
                    <a:pt x="1515" y="1471"/>
                    <a:pt x="1496" y="1480"/>
                  </a:cubicBezTo>
                  <a:cubicBezTo>
                    <a:pt x="857" y="1947"/>
                    <a:pt x="724" y="2661"/>
                    <a:pt x="1143" y="3337"/>
                  </a:cubicBezTo>
                  <a:cubicBezTo>
                    <a:pt x="1181" y="3414"/>
                    <a:pt x="1219" y="3471"/>
                    <a:pt x="1257" y="3528"/>
                  </a:cubicBezTo>
                  <a:cubicBezTo>
                    <a:pt x="1315" y="3585"/>
                    <a:pt x="1305" y="3680"/>
                    <a:pt x="1238" y="3728"/>
                  </a:cubicBezTo>
                  <a:cubicBezTo>
                    <a:pt x="905" y="3995"/>
                    <a:pt x="848" y="4357"/>
                    <a:pt x="905" y="4747"/>
                  </a:cubicBezTo>
                  <a:cubicBezTo>
                    <a:pt x="924" y="4909"/>
                    <a:pt x="848" y="4995"/>
                    <a:pt x="715" y="5071"/>
                  </a:cubicBezTo>
                  <a:cubicBezTo>
                    <a:pt x="400" y="5242"/>
                    <a:pt x="191" y="5538"/>
                    <a:pt x="124" y="5890"/>
                  </a:cubicBezTo>
                  <a:cubicBezTo>
                    <a:pt x="0" y="6414"/>
                    <a:pt x="134" y="6957"/>
                    <a:pt x="476" y="7376"/>
                  </a:cubicBezTo>
                  <a:cubicBezTo>
                    <a:pt x="553" y="7414"/>
                    <a:pt x="619" y="7452"/>
                    <a:pt x="705" y="7490"/>
                  </a:cubicBezTo>
                  <a:cubicBezTo>
                    <a:pt x="778" y="7534"/>
                    <a:pt x="857" y="7555"/>
                    <a:pt x="935" y="7555"/>
                  </a:cubicBezTo>
                  <a:cubicBezTo>
                    <a:pt x="1107" y="7555"/>
                    <a:pt x="1271" y="7452"/>
                    <a:pt x="1343" y="7281"/>
                  </a:cubicBezTo>
                  <a:cubicBezTo>
                    <a:pt x="1429" y="7081"/>
                    <a:pt x="1467" y="6871"/>
                    <a:pt x="1448" y="6662"/>
                  </a:cubicBezTo>
                  <a:lnTo>
                    <a:pt x="1448" y="6443"/>
                  </a:lnTo>
                  <a:cubicBezTo>
                    <a:pt x="1448" y="6346"/>
                    <a:pt x="1483" y="6299"/>
                    <a:pt x="1546" y="6299"/>
                  </a:cubicBezTo>
                  <a:cubicBezTo>
                    <a:pt x="1570" y="6299"/>
                    <a:pt x="1598" y="6306"/>
                    <a:pt x="1629" y="6319"/>
                  </a:cubicBezTo>
                  <a:cubicBezTo>
                    <a:pt x="1800" y="6395"/>
                    <a:pt x="1981" y="6471"/>
                    <a:pt x="2143" y="6557"/>
                  </a:cubicBezTo>
                  <a:cubicBezTo>
                    <a:pt x="2450" y="6714"/>
                    <a:pt x="2786" y="6797"/>
                    <a:pt x="3123" y="6797"/>
                  </a:cubicBezTo>
                  <a:cubicBezTo>
                    <a:pt x="3257" y="6797"/>
                    <a:pt x="3392" y="6784"/>
                    <a:pt x="3524" y="6757"/>
                  </a:cubicBezTo>
                  <a:cubicBezTo>
                    <a:pt x="3543" y="6747"/>
                    <a:pt x="3553" y="6738"/>
                    <a:pt x="3582" y="6728"/>
                  </a:cubicBezTo>
                  <a:cubicBezTo>
                    <a:pt x="4305" y="6519"/>
                    <a:pt x="4610" y="5547"/>
                    <a:pt x="4153" y="4909"/>
                  </a:cubicBezTo>
                  <a:cubicBezTo>
                    <a:pt x="4077" y="4795"/>
                    <a:pt x="4048" y="4652"/>
                    <a:pt x="4077" y="4519"/>
                  </a:cubicBezTo>
                  <a:cubicBezTo>
                    <a:pt x="4105" y="4366"/>
                    <a:pt x="4086" y="4204"/>
                    <a:pt x="4020" y="4061"/>
                  </a:cubicBezTo>
                  <a:cubicBezTo>
                    <a:pt x="3905" y="3861"/>
                    <a:pt x="3905" y="3623"/>
                    <a:pt x="4001" y="3423"/>
                  </a:cubicBezTo>
                  <a:cubicBezTo>
                    <a:pt x="4029" y="3337"/>
                    <a:pt x="4039" y="3242"/>
                    <a:pt x="4058" y="3147"/>
                  </a:cubicBezTo>
                  <a:cubicBezTo>
                    <a:pt x="4220" y="2614"/>
                    <a:pt x="4039" y="2175"/>
                    <a:pt x="3639" y="1823"/>
                  </a:cubicBezTo>
                  <a:cubicBezTo>
                    <a:pt x="3467" y="1671"/>
                    <a:pt x="3286" y="1547"/>
                    <a:pt x="3086" y="1442"/>
                  </a:cubicBezTo>
                  <a:cubicBezTo>
                    <a:pt x="2981" y="1394"/>
                    <a:pt x="2943" y="1328"/>
                    <a:pt x="3010" y="1213"/>
                  </a:cubicBezTo>
                  <a:cubicBezTo>
                    <a:pt x="3067" y="1118"/>
                    <a:pt x="3105" y="1004"/>
                    <a:pt x="3115" y="890"/>
                  </a:cubicBezTo>
                  <a:cubicBezTo>
                    <a:pt x="3172" y="461"/>
                    <a:pt x="2877" y="61"/>
                    <a:pt x="2448" y="4"/>
                  </a:cubicBezTo>
                  <a:cubicBezTo>
                    <a:pt x="2425" y="2"/>
                    <a:pt x="2401" y="1"/>
                    <a:pt x="2378" y="1"/>
                  </a:cubicBezTo>
                  <a:close/>
                </a:path>
              </a:pathLst>
            </a:custGeom>
            <a:solidFill>
              <a:srgbClr val="362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84;p39">
              <a:extLst>
                <a:ext uri="{FF2B5EF4-FFF2-40B4-BE49-F238E27FC236}">
                  <a16:creationId xmlns:a16="http://schemas.microsoft.com/office/drawing/2014/main" id="{E8DCE222-5A96-4F91-A2E6-F51D089D153A}"/>
                </a:ext>
              </a:extLst>
            </p:cNvPr>
            <p:cNvSpPr/>
            <p:nvPr/>
          </p:nvSpPr>
          <p:spPr>
            <a:xfrm>
              <a:off x="-5501500" y="1746400"/>
              <a:ext cx="331145" cy="365622"/>
            </a:xfrm>
            <a:custGeom>
              <a:avLst/>
              <a:gdLst/>
              <a:ahLst/>
              <a:cxnLst/>
              <a:rect l="l" t="t" r="r" b="b"/>
              <a:pathLst>
                <a:path w="4373" h="4768" extrusionOk="0">
                  <a:moveTo>
                    <a:pt x="2252" y="0"/>
                  </a:moveTo>
                  <a:cubicBezTo>
                    <a:pt x="2189" y="0"/>
                    <a:pt x="2153" y="47"/>
                    <a:pt x="2153" y="144"/>
                  </a:cubicBezTo>
                  <a:lnTo>
                    <a:pt x="2153" y="363"/>
                  </a:lnTo>
                  <a:cubicBezTo>
                    <a:pt x="2172" y="572"/>
                    <a:pt x="2134" y="782"/>
                    <a:pt x="2049" y="982"/>
                  </a:cubicBezTo>
                  <a:cubicBezTo>
                    <a:pt x="1976" y="1153"/>
                    <a:pt x="1813" y="1256"/>
                    <a:pt x="1640" y="1256"/>
                  </a:cubicBezTo>
                  <a:cubicBezTo>
                    <a:pt x="1563" y="1256"/>
                    <a:pt x="1484" y="1235"/>
                    <a:pt x="1410" y="1191"/>
                  </a:cubicBezTo>
                  <a:cubicBezTo>
                    <a:pt x="1334" y="1153"/>
                    <a:pt x="1268" y="1115"/>
                    <a:pt x="1191" y="1077"/>
                  </a:cubicBezTo>
                  <a:lnTo>
                    <a:pt x="1191" y="1077"/>
                  </a:lnTo>
                  <a:cubicBezTo>
                    <a:pt x="991" y="1353"/>
                    <a:pt x="1001" y="1439"/>
                    <a:pt x="1258" y="1782"/>
                  </a:cubicBezTo>
                  <a:lnTo>
                    <a:pt x="1353" y="1772"/>
                  </a:lnTo>
                  <a:cubicBezTo>
                    <a:pt x="1388" y="1771"/>
                    <a:pt x="1421" y="1770"/>
                    <a:pt x="1453" y="1770"/>
                  </a:cubicBezTo>
                  <a:cubicBezTo>
                    <a:pt x="1749" y="1770"/>
                    <a:pt x="1903" y="1853"/>
                    <a:pt x="1963" y="2077"/>
                  </a:cubicBezTo>
                  <a:cubicBezTo>
                    <a:pt x="2020" y="2325"/>
                    <a:pt x="2049" y="2563"/>
                    <a:pt x="1639" y="2753"/>
                  </a:cubicBezTo>
                  <a:cubicBezTo>
                    <a:pt x="1639" y="2792"/>
                    <a:pt x="1630" y="2820"/>
                    <a:pt x="1630" y="2849"/>
                  </a:cubicBezTo>
                  <a:cubicBezTo>
                    <a:pt x="1573" y="3186"/>
                    <a:pt x="1559" y="3275"/>
                    <a:pt x="1370" y="3275"/>
                  </a:cubicBezTo>
                  <a:cubicBezTo>
                    <a:pt x="1304" y="3275"/>
                    <a:pt x="1216" y="3264"/>
                    <a:pt x="1096" y="3249"/>
                  </a:cubicBezTo>
                  <a:cubicBezTo>
                    <a:pt x="885" y="3210"/>
                    <a:pt x="671" y="3190"/>
                    <a:pt x="457" y="3190"/>
                  </a:cubicBezTo>
                  <a:cubicBezTo>
                    <a:pt x="304" y="3190"/>
                    <a:pt x="152" y="3200"/>
                    <a:pt x="1" y="3220"/>
                  </a:cubicBezTo>
                  <a:cubicBezTo>
                    <a:pt x="48" y="3344"/>
                    <a:pt x="125" y="3468"/>
                    <a:pt x="220" y="3563"/>
                  </a:cubicBezTo>
                  <a:cubicBezTo>
                    <a:pt x="801" y="4239"/>
                    <a:pt x="1630" y="4658"/>
                    <a:pt x="2515" y="4744"/>
                  </a:cubicBezTo>
                  <a:cubicBezTo>
                    <a:pt x="2635" y="4758"/>
                    <a:pt x="2754" y="4767"/>
                    <a:pt x="2872" y="4767"/>
                  </a:cubicBezTo>
                  <a:cubicBezTo>
                    <a:pt x="3151" y="4767"/>
                    <a:pt x="3423" y="4717"/>
                    <a:pt x="3677" y="4563"/>
                  </a:cubicBezTo>
                  <a:cubicBezTo>
                    <a:pt x="3935" y="4401"/>
                    <a:pt x="4163" y="4201"/>
                    <a:pt x="4354" y="3954"/>
                  </a:cubicBezTo>
                  <a:cubicBezTo>
                    <a:pt x="4068" y="3820"/>
                    <a:pt x="3773" y="3725"/>
                    <a:pt x="3468" y="3677"/>
                  </a:cubicBezTo>
                  <a:cubicBezTo>
                    <a:pt x="3306" y="3639"/>
                    <a:pt x="3211" y="3563"/>
                    <a:pt x="3230" y="3373"/>
                  </a:cubicBezTo>
                  <a:cubicBezTo>
                    <a:pt x="3249" y="3239"/>
                    <a:pt x="3249" y="3106"/>
                    <a:pt x="3249" y="2963"/>
                  </a:cubicBezTo>
                  <a:cubicBezTo>
                    <a:pt x="3249" y="2849"/>
                    <a:pt x="3287" y="2773"/>
                    <a:pt x="3411" y="2744"/>
                  </a:cubicBezTo>
                  <a:cubicBezTo>
                    <a:pt x="3906" y="2639"/>
                    <a:pt x="4163" y="2287"/>
                    <a:pt x="4268" y="1830"/>
                  </a:cubicBezTo>
                  <a:cubicBezTo>
                    <a:pt x="4373" y="1382"/>
                    <a:pt x="4363" y="906"/>
                    <a:pt x="4230" y="458"/>
                  </a:cubicBezTo>
                  <a:cubicBezTo>
                    <a:pt x="4097" y="485"/>
                    <a:pt x="3963" y="498"/>
                    <a:pt x="3829" y="498"/>
                  </a:cubicBezTo>
                  <a:cubicBezTo>
                    <a:pt x="3491" y="498"/>
                    <a:pt x="3155" y="415"/>
                    <a:pt x="2849" y="258"/>
                  </a:cubicBezTo>
                  <a:cubicBezTo>
                    <a:pt x="2677" y="172"/>
                    <a:pt x="2506" y="96"/>
                    <a:pt x="2334" y="20"/>
                  </a:cubicBezTo>
                  <a:cubicBezTo>
                    <a:pt x="2303" y="7"/>
                    <a:pt x="2275" y="0"/>
                    <a:pt x="2252" y="0"/>
                  </a:cubicBezTo>
                  <a:close/>
                </a:path>
              </a:pathLst>
            </a:custGeom>
            <a:solidFill>
              <a:srgbClr val="FF73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85;p39">
              <a:extLst>
                <a:ext uri="{FF2B5EF4-FFF2-40B4-BE49-F238E27FC236}">
                  <a16:creationId xmlns:a16="http://schemas.microsoft.com/office/drawing/2014/main" id="{B424E430-ED54-41C6-8461-96200F1A9783}"/>
                </a:ext>
              </a:extLst>
            </p:cNvPr>
            <p:cNvSpPr/>
            <p:nvPr/>
          </p:nvSpPr>
          <p:spPr>
            <a:xfrm>
              <a:off x="-5117025" y="4298750"/>
              <a:ext cx="313804" cy="224047"/>
            </a:xfrm>
            <a:custGeom>
              <a:avLst/>
              <a:gdLst/>
              <a:ahLst/>
              <a:cxnLst/>
              <a:rect l="l" t="t" r="r" b="b"/>
              <a:pathLst>
                <a:path w="4144" h="2908" extrusionOk="0">
                  <a:moveTo>
                    <a:pt x="1288" y="0"/>
                  </a:moveTo>
                  <a:cubicBezTo>
                    <a:pt x="851" y="0"/>
                    <a:pt x="418" y="75"/>
                    <a:pt x="1" y="221"/>
                  </a:cubicBezTo>
                  <a:cubicBezTo>
                    <a:pt x="1" y="698"/>
                    <a:pt x="1" y="1174"/>
                    <a:pt x="1" y="1650"/>
                  </a:cubicBezTo>
                  <a:cubicBezTo>
                    <a:pt x="1" y="1898"/>
                    <a:pt x="29" y="2155"/>
                    <a:pt x="77" y="2403"/>
                  </a:cubicBezTo>
                  <a:cubicBezTo>
                    <a:pt x="105" y="2574"/>
                    <a:pt x="248" y="2698"/>
                    <a:pt x="420" y="2717"/>
                  </a:cubicBezTo>
                  <a:cubicBezTo>
                    <a:pt x="591" y="2736"/>
                    <a:pt x="772" y="2774"/>
                    <a:pt x="953" y="2784"/>
                  </a:cubicBezTo>
                  <a:cubicBezTo>
                    <a:pt x="1744" y="2841"/>
                    <a:pt x="2534" y="2803"/>
                    <a:pt x="3315" y="2898"/>
                  </a:cubicBezTo>
                  <a:cubicBezTo>
                    <a:pt x="3373" y="2904"/>
                    <a:pt x="3430" y="2907"/>
                    <a:pt x="3487" y="2907"/>
                  </a:cubicBezTo>
                  <a:cubicBezTo>
                    <a:pt x="3610" y="2907"/>
                    <a:pt x="3732" y="2892"/>
                    <a:pt x="3849" y="2860"/>
                  </a:cubicBezTo>
                  <a:cubicBezTo>
                    <a:pt x="4087" y="2793"/>
                    <a:pt x="4144" y="2612"/>
                    <a:pt x="3982" y="2431"/>
                  </a:cubicBezTo>
                  <a:cubicBezTo>
                    <a:pt x="3896" y="2336"/>
                    <a:pt x="3801" y="2260"/>
                    <a:pt x="3687" y="2193"/>
                  </a:cubicBezTo>
                  <a:cubicBezTo>
                    <a:pt x="3249" y="1964"/>
                    <a:pt x="2858" y="1650"/>
                    <a:pt x="2449" y="1374"/>
                  </a:cubicBezTo>
                  <a:cubicBezTo>
                    <a:pt x="2229" y="1231"/>
                    <a:pt x="2068" y="1002"/>
                    <a:pt x="2001" y="745"/>
                  </a:cubicBezTo>
                  <a:cubicBezTo>
                    <a:pt x="1944" y="507"/>
                    <a:pt x="1868" y="269"/>
                    <a:pt x="1772" y="31"/>
                  </a:cubicBezTo>
                  <a:cubicBezTo>
                    <a:pt x="1611" y="10"/>
                    <a:pt x="1449" y="0"/>
                    <a:pt x="1288" y="0"/>
                  </a:cubicBezTo>
                  <a:close/>
                </a:path>
              </a:pathLst>
            </a:custGeom>
            <a:solidFill>
              <a:srgbClr val="362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86;p39">
              <a:extLst>
                <a:ext uri="{FF2B5EF4-FFF2-40B4-BE49-F238E27FC236}">
                  <a16:creationId xmlns:a16="http://schemas.microsoft.com/office/drawing/2014/main" id="{444BB28A-9CCE-4D89-99CD-B01A05CD2E5F}"/>
                </a:ext>
              </a:extLst>
            </p:cNvPr>
            <p:cNvSpPr/>
            <p:nvPr/>
          </p:nvSpPr>
          <p:spPr>
            <a:xfrm>
              <a:off x="-5608950" y="4320075"/>
              <a:ext cx="196273" cy="330622"/>
            </a:xfrm>
            <a:custGeom>
              <a:avLst/>
              <a:gdLst/>
              <a:ahLst/>
              <a:cxnLst/>
              <a:rect l="l" t="t" r="r" b="b"/>
              <a:pathLst>
                <a:path w="2592" h="4281" extrusionOk="0">
                  <a:moveTo>
                    <a:pt x="2010" y="6"/>
                  </a:moveTo>
                  <a:cubicBezTo>
                    <a:pt x="1991" y="6"/>
                    <a:pt x="1972" y="8"/>
                    <a:pt x="1953" y="10"/>
                  </a:cubicBezTo>
                  <a:cubicBezTo>
                    <a:pt x="1648" y="20"/>
                    <a:pt x="1325" y="1"/>
                    <a:pt x="1039" y="143"/>
                  </a:cubicBezTo>
                  <a:cubicBezTo>
                    <a:pt x="991" y="210"/>
                    <a:pt x="963" y="296"/>
                    <a:pt x="963" y="382"/>
                  </a:cubicBezTo>
                  <a:cubicBezTo>
                    <a:pt x="924" y="839"/>
                    <a:pt x="791" y="1286"/>
                    <a:pt x="563" y="1696"/>
                  </a:cubicBezTo>
                  <a:cubicBezTo>
                    <a:pt x="382" y="2048"/>
                    <a:pt x="239" y="2429"/>
                    <a:pt x="124" y="2810"/>
                  </a:cubicBezTo>
                  <a:cubicBezTo>
                    <a:pt x="39" y="3172"/>
                    <a:pt x="1" y="3534"/>
                    <a:pt x="20" y="3906"/>
                  </a:cubicBezTo>
                  <a:cubicBezTo>
                    <a:pt x="36" y="4148"/>
                    <a:pt x="175" y="4281"/>
                    <a:pt x="380" y="4281"/>
                  </a:cubicBezTo>
                  <a:cubicBezTo>
                    <a:pt x="416" y="4281"/>
                    <a:pt x="455" y="4276"/>
                    <a:pt x="496" y="4268"/>
                  </a:cubicBezTo>
                  <a:cubicBezTo>
                    <a:pt x="715" y="4220"/>
                    <a:pt x="924" y="4125"/>
                    <a:pt x="1096" y="3982"/>
                  </a:cubicBezTo>
                  <a:cubicBezTo>
                    <a:pt x="1534" y="3620"/>
                    <a:pt x="1944" y="3230"/>
                    <a:pt x="2201" y="2706"/>
                  </a:cubicBezTo>
                  <a:cubicBezTo>
                    <a:pt x="2239" y="2620"/>
                    <a:pt x="2296" y="2534"/>
                    <a:pt x="2353" y="2468"/>
                  </a:cubicBezTo>
                  <a:cubicBezTo>
                    <a:pt x="2448" y="2363"/>
                    <a:pt x="2496" y="2229"/>
                    <a:pt x="2487" y="2096"/>
                  </a:cubicBezTo>
                  <a:cubicBezTo>
                    <a:pt x="2477" y="1629"/>
                    <a:pt x="2496" y="1172"/>
                    <a:pt x="2553" y="705"/>
                  </a:cubicBezTo>
                  <a:cubicBezTo>
                    <a:pt x="2591" y="553"/>
                    <a:pt x="2572" y="391"/>
                    <a:pt x="2506" y="248"/>
                  </a:cubicBezTo>
                  <a:cubicBezTo>
                    <a:pt x="2439" y="248"/>
                    <a:pt x="2382" y="220"/>
                    <a:pt x="2344" y="172"/>
                  </a:cubicBezTo>
                  <a:cubicBezTo>
                    <a:pt x="2260" y="64"/>
                    <a:pt x="2141" y="6"/>
                    <a:pt x="2010" y="6"/>
                  </a:cubicBezTo>
                  <a:close/>
                </a:path>
              </a:pathLst>
            </a:custGeom>
            <a:solidFill>
              <a:srgbClr val="362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87;p39">
              <a:extLst>
                <a:ext uri="{FF2B5EF4-FFF2-40B4-BE49-F238E27FC236}">
                  <a16:creationId xmlns:a16="http://schemas.microsoft.com/office/drawing/2014/main" id="{B7BB5547-E696-4033-9B70-9740CB5F4CBD}"/>
                </a:ext>
              </a:extLst>
            </p:cNvPr>
            <p:cNvSpPr/>
            <p:nvPr/>
          </p:nvSpPr>
          <p:spPr>
            <a:xfrm>
              <a:off x="-5538229" y="4215040"/>
              <a:ext cx="128434" cy="130327"/>
            </a:xfrm>
            <a:custGeom>
              <a:avLst/>
              <a:gdLst/>
              <a:ahLst/>
              <a:cxnLst/>
              <a:rect l="l" t="t" r="r" b="b"/>
              <a:pathLst>
                <a:path w="1696" h="1721" extrusionOk="0">
                  <a:moveTo>
                    <a:pt x="848" y="1"/>
                  </a:moveTo>
                  <a:cubicBezTo>
                    <a:pt x="564" y="1"/>
                    <a:pt x="281" y="6"/>
                    <a:pt x="0" y="15"/>
                  </a:cubicBezTo>
                  <a:cubicBezTo>
                    <a:pt x="48" y="330"/>
                    <a:pt x="67" y="644"/>
                    <a:pt x="48" y="949"/>
                  </a:cubicBezTo>
                  <a:cubicBezTo>
                    <a:pt x="38" y="1177"/>
                    <a:pt x="57" y="1396"/>
                    <a:pt x="105" y="1606"/>
                  </a:cubicBezTo>
                  <a:cubicBezTo>
                    <a:pt x="391" y="1473"/>
                    <a:pt x="714" y="1492"/>
                    <a:pt x="1019" y="1473"/>
                  </a:cubicBezTo>
                  <a:cubicBezTo>
                    <a:pt x="1030" y="1472"/>
                    <a:pt x="1041" y="1472"/>
                    <a:pt x="1052" y="1472"/>
                  </a:cubicBezTo>
                  <a:cubicBezTo>
                    <a:pt x="1192" y="1472"/>
                    <a:pt x="1321" y="1528"/>
                    <a:pt x="1410" y="1634"/>
                  </a:cubicBezTo>
                  <a:cubicBezTo>
                    <a:pt x="1448" y="1682"/>
                    <a:pt x="1505" y="1720"/>
                    <a:pt x="1572" y="1720"/>
                  </a:cubicBezTo>
                  <a:cubicBezTo>
                    <a:pt x="1591" y="1253"/>
                    <a:pt x="1610" y="787"/>
                    <a:pt x="1629" y="310"/>
                  </a:cubicBezTo>
                  <a:cubicBezTo>
                    <a:pt x="1629" y="206"/>
                    <a:pt x="1648" y="110"/>
                    <a:pt x="1695" y="15"/>
                  </a:cubicBezTo>
                  <a:cubicBezTo>
                    <a:pt x="1414" y="6"/>
                    <a:pt x="1131" y="1"/>
                    <a:pt x="848" y="1"/>
                  </a:cubicBezTo>
                  <a:close/>
                </a:path>
              </a:pathLst>
            </a:custGeom>
            <a:solidFill>
              <a:srgbClr val="FF73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88;p39">
              <a:extLst>
                <a:ext uri="{FF2B5EF4-FFF2-40B4-BE49-F238E27FC236}">
                  <a16:creationId xmlns:a16="http://schemas.microsoft.com/office/drawing/2014/main" id="{60852B5E-7B46-4B13-98F5-09D8FA569C66}"/>
                </a:ext>
              </a:extLst>
            </p:cNvPr>
            <p:cNvSpPr/>
            <p:nvPr/>
          </p:nvSpPr>
          <p:spPr>
            <a:xfrm>
              <a:off x="-5124227" y="4205347"/>
              <a:ext cx="141459" cy="114727"/>
            </a:xfrm>
            <a:custGeom>
              <a:avLst/>
              <a:gdLst/>
              <a:ahLst/>
              <a:cxnLst/>
              <a:rect l="l" t="t" r="r" b="b"/>
              <a:pathLst>
                <a:path w="1868" h="1515" extrusionOk="0">
                  <a:moveTo>
                    <a:pt x="1782" y="0"/>
                  </a:moveTo>
                  <a:cubicBezTo>
                    <a:pt x="1696" y="48"/>
                    <a:pt x="1601" y="67"/>
                    <a:pt x="1505" y="67"/>
                  </a:cubicBezTo>
                  <a:cubicBezTo>
                    <a:pt x="1433" y="63"/>
                    <a:pt x="1361" y="61"/>
                    <a:pt x="1289" y="61"/>
                  </a:cubicBezTo>
                  <a:cubicBezTo>
                    <a:pt x="859" y="61"/>
                    <a:pt x="433" y="124"/>
                    <a:pt x="0" y="124"/>
                  </a:cubicBezTo>
                  <a:cubicBezTo>
                    <a:pt x="0" y="248"/>
                    <a:pt x="10" y="381"/>
                    <a:pt x="19" y="496"/>
                  </a:cubicBezTo>
                  <a:cubicBezTo>
                    <a:pt x="48" y="839"/>
                    <a:pt x="10" y="1181"/>
                    <a:pt x="105" y="1515"/>
                  </a:cubicBezTo>
                  <a:cubicBezTo>
                    <a:pt x="517" y="1361"/>
                    <a:pt x="950" y="1284"/>
                    <a:pt x="1388" y="1284"/>
                  </a:cubicBezTo>
                  <a:cubicBezTo>
                    <a:pt x="1547" y="1284"/>
                    <a:pt x="1707" y="1294"/>
                    <a:pt x="1867" y="1315"/>
                  </a:cubicBezTo>
                  <a:cubicBezTo>
                    <a:pt x="1858" y="877"/>
                    <a:pt x="1762" y="438"/>
                    <a:pt x="1782" y="0"/>
                  </a:cubicBezTo>
                  <a:close/>
                </a:path>
              </a:pathLst>
            </a:custGeom>
            <a:solidFill>
              <a:srgbClr val="FF73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89;p39">
              <a:extLst>
                <a:ext uri="{FF2B5EF4-FFF2-40B4-BE49-F238E27FC236}">
                  <a16:creationId xmlns:a16="http://schemas.microsoft.com/office/drawing/2014/main" id="{D7B13045-CCB0-42DF-A5E0-7A54F83A366E}"/>
                </a:ext>
              </a:extLst>
            </p:cNvPr>
            <p:cNvSpPr/>
            <p:nvPr/>
          </p:nvSpPr>
          <p:spPr>
            <a:xfrm>
              <a:off x="-5435846" y="1880362"/>
              <a:ext cx="88828" cy="74894"/>
            </a:xfrm>
            <a:custGeom>
              <a:avLst/>
              <a:gdLst/>
              <a:ahLst/>
              <a:cxnLst/>
              <a:rect l="l" t="t" r="r" b="b"/>
              <a:pathLst>
                <a:path w="1173" h="989" extrusionOk="0">
                  <a:moveTo>
                    <a:pt x="576" y="1"/>
                  </a:moveTo>
                  <a:cubicBezTo>
                    <a:pt x="545" y="1"/>
                    <a:pt x="512" y="2"/>
                    <a:pt x="477" y="3"/>
                  </a:cubicBezTo>
                  <a:lnTo>
                    <a:pt x="391" y="13"/>
                  </a:lnTo>
                  <a:lnTo>
                    <a:pt x="315" y="61"/>
                  </a:lnTo>
                  <a:cubicBezTo>
                    <a:pt x="105" y="156"/>
                    <a:pt x="1" y="384"/>
                    <a:pt x="48" y="603"/>
                  </a:cubicBezTo>
                  <a:cubicBezTo>
                    <a:pt x="96" y="842"/>
                    <a:pt x="277" y="937"/>
                    <a:pt x="486" y="975"/>
                  </a:cubicBezTo>
                  <a:cubicBezTo>
                    <a:pt x="554" y="982"/>
                    <a:pt x="621" y="988"/>
                    <a:pt x="688" y="988"/>
                  </a:cubicBezTo>
                  <a:cubicBezTo>
                    <a:pt x="716" y="988"/>
                    <a:pt x="744" y="987"/>
                    <a:pt x="772" y="984"/>
                  </a:cubicBezTo>
                  <a:cubicBezTo>
                    <a:pt x="1172" y="794"/>
                    <a:pt x="1144" y="546"/>
                    <a:pt x="1086" y="308"/>
                  </a:cubicBezTo>
                  <a:cubicBezTo>
                    <a:pt x="1026" y="84"/>
                    <a:pt x="873" y="1"/>
                    <a:pt x="576" y="1"/>
                  </a:cubicBezTo>
                  <a:close/>
                </a:path>
              </a:pathLst>
            </a:custGeom>
            <a:solidFill>
              <a:srgbClr val="FFA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90;p39">
              <a:extLst>
                <a:ext uri="{FF2B5EF4-FFF2-40B4-BE49-F238E27FC236}">
                  <a16:creationId xmlns:a16="http://schemas.microsoft.com/office/drawing/2014/main" id="{DA278121-C5B0-4777-B7E8-E46FF3A07ECF}"/>
                </a:ext>
              </a:extLst>
            </p:cNvPr>
            <p:cNvSpPr/>
            <p:nvPr/>
          </p:nvSpPr>
          <p:spPr>
            <a:xfrm>
              <a:off x="-5263414" y="1866883"/>
              <a:ext cx="67625" cy="35289"/>
            </a:xfrm>
            <a:custGeom>
              <a:avLst/>
              <a:gdLst/>
              <a:ahLst/>
              <a:cxnLst/>
              <a:rect l="l" t="t" r="r" b="b"/>
              <a:pathLst>
                <a:path w="893" h="466" extrusionOk="0">
                  <a:moveTo>
                    <a:pt x="876" y="0"/>
                  </a:moveTo>
                  <a:lnTo>
                    <a:pt x="0" y="115"/>
                  </a:lnTo>
                  <a:cubicBezTo>
                    <a:pt x="51" y="355"/>
                    <a:pt x="239" y="465"/>
                    <a:pt x="428" y="465"/>
                  </a:cubicBezTo>
                  <a:cubicBezTo>
                    <a:pt x="660" y="465"/>
                    <a:pt x="892" y="299"/>
                    <a:pt x="8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91;p39">
              <a:extLst>
                <a:ext uri="{FF2B5EF4-FFF2-40B4-BE49-F238E27FC236}">
                  <a16:creationId xmlns:a16="http://schemas.microsoft.com/office/drawing/2014/main" id="{D49DA3F2-EDDE-4A4B-B1D4-A19F2A55CC57}"/>
                </a:ext>
              </a:extLst>
            </p:cNvPr>
            <p:cNvSpPr/>
            <p:nvPr/>
          </p:nvSpPr>
          <p:spPr>
            <a:xfrm>
              <a:off x="-5432968" y="1824324"/>
              <a:ext cx="62854" cy="74364"/>
            </a:xfrm>
            <a:custGeom>
              <a:avLst/>
              <a:gdLst/>
              <a:ahLst/>
              <a:cxnLst/>
              <a:rect l="l" t="t" r="r" b="b"/>
              <a:pathLst>
                <a:path w="830" h="982" extrusionOk="0">
                  <a:moveTo>
                    <a:pt x="410" y="0"/>
                  </a:moveTo>
                  <a:cubicBezTo>
                    <a:pt x="182" y="0"/>
                    <a:pt x="1" y="220"/>
                    <a:pt x="1" y="486"/>
                  </a:cubicBezTo>
                  <a:cubicBezTo>
                    <a:pt x="1" y="762"/>
                    <a:pt x="182" y="982"/>
                    <a:pt x="410" y="982"/>
                  </a:cubicBezTo>
                  <a:cubicBezTo>
                    <a:pt x="639" y="982"/>
                    <a:pt x="829" y="762"/>
                    <a:pt x="829" y="486"/>
                  </a:cubicBezTo>
                  <a:cubicBezTo>
                    <a:pt x="829" y="220"/>
                    <a:pt x="639" y="0"/>
                    <a:pt x="410" y="0"/>
                  </a:cubicBezTo>
                  <a:close/>
                </a:path>
              </a:pathLst>
            </a:custGeom>
            <a:solidFill>
              <a:srgbClr val="FF73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92;p39">
              <a:extLst>
                <a:ext uri="{FF2B5EF4-FFF2-40B4-BE49-F238E27FC236}">
                  <a16:creationId xmlns:a16="http://schemas.microsoft.com/office/drawing/2014/main" id="{D08A40B3-D4CF-46B7-AA37-05D9981B1D40}"/>
                </a:ext>
              </a:extLst>
            </p:cNvPr>
            <p:cNvSpPr/>
            <p:nvPr/>
          </p:nvSpPr>
          <p:spPr>
            <a:xfrm>
              <a:off x="-5432968" y="1873395"/>
              <a:ext cx="90949" cy="87314"/>
            </a:xfrm>
            <a:custGeom>
              <a:avLst/>
              <a:gdLst/>
              <a:ahLst/>
              <a:cxnLst/>
              <a:rect l="l" t="t" r="r" b="b"/>
              <a:pathLst>
                <a:path w="1201" h="1153" extrusionOk="0">
                  <a:moveTo>
                    <a:pt x="601" y="0"/>
                  </a:moveTo>
                  <a:cubicBezTo>
                    <a:pt x="267" y="0"/>
                    <a:pt x="1" y="257"/>
                    <a:pt x="1" y="572"/>
                  </a:cubicBezTo>
                  <a:cubicBezTo>
                    <a:pt x="1" y="895"/>
                    <a:pt x="267" y="1153"/>
                    <a:pt x="601" y="1153"/>
                  </a:cubicBezTo>
                  <a:cubicBezTo>
                    <a:pt x="934" y="1153"/>
                    <a:pt x="1201" y="895"/>
                    <a:pt x="1201" y="572"/>
                  </a:cubicBezTo>
                  <a:cubicBezTo>
                    <a:pt x="1201" y="257"/>
                    <a:pt x="934" y="0"/>
                    <a:pt x="601" y="0"/>
                  </a:cubicBezTo>
                  <a:close/>
                </a:path>
              </a:pathLst>
            </a:custGeom>
            <a:solidFill>
              <a:srgbClr val="FFA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93;p39">
              <a:extLst>
                <a:ext uri="{FF2B5EF4-FFF2-40B4-BE49-F238E27FC236}">
                  <a16:creationId xmlns:a16="http://schemas.microsoft.com/office/drawing/2014/main" id="{3579E094-AF01-4AB0-9015-E3614BE2ED2F}"/>
                </a:ext>
              </a:extLst>
            </p:cNvPr>
            <p:cNvSpPr/>
            <p:nvPr/>
          </p:nvSpPr>
          <p:spPr>
            <a:xfrm>
              <a:off x="-5772000" y="2272403"/>
              <a:ext cx="675262" cy="323129"/>
            </a:xfrm>
            <a:custGeom>
              <a:avLst/>
              <a:gdLst/>
              <a:ahLst/>
              <a:cxnLst/>
              <a:rect l="l" t="t" r="r" b="b"/>
              <a:pathLst>
                <a:path w="8917" h="4267" extrusionOk="0">
                  <a:moveTo>
                    <a:pt x="8842" y="0"/>
                  </a:moveTo>
                  <a:cubicBezTo>
                    <a:pt x="8816" y="0"/>
                    <a:pt x="8785" y="18"/>
                    <a:pt x="8764" y="46"/>
                  </a:cubicBezTo>
                  <a:cubicBezTo>
                    <a:pt x="8592" y="189"/>
                    <a:pt x="8431" y="351"/>
                    <a:pt x="8278" y="513"/>
                  </a:cubicBezTo>
                  <a:cubicBezTo>
                    <a:pt x="8145" y="684"/>
                    <a:pt x="8011" y="865"/>
                    <a:pt x="7897" y="1046"/>
                  </a:cubicBezTo>
                  <a:cubicBezTo>
                    <a:pt x="7640" y="1427"/>
                    <a:pt x="7469" y="1865"/>
                    <a:pt x="7421" y="2323"/>
                  </a:cubicBezTo>
                  <a:cubicBezTo>
                    <a:pt x="7392" y="2551"/>
                    <a:pt x="7354" y="2780"/>
                    <a:pt x="7307" y="3008"/>
                  </a:cubicBezTo>
                  <a:cubicBezTo>
                    <a:pt x="7266" y="3198"/>
                    <a:pt x="7235" y="3267"/>
                    <a:pt x="7124" y="3267"/>
                  </a:cubicBezTo>
                  <a:cubicBezTo>
                    <a:pt x="7079" y="3267"/>
                    <a:pt x="7021" y="3256"/>
                    <a:pt x="6945" y="3237"/>
                  </a:cubicBezTo>
                  <a:cubicBezTo>
                    <a:pt x="6621" y="3161"/>
                    <a:pt x="6306" y="3056"/>
                    <a:pt x="5992" y="2932"/>
                  </a:cubicBezTo>
                  <a:cubicBezTo>
                    <a:pt x="5278" y="2646"/>
                    <a:pt x="4535" y="2456"/>
                    <a:pt x="3839" y="2094"/>
                  </a:cubicBezTo>
                  <a:cubicBezTo>
                    <a:pt x="3439" y="1894"/>
                    <a:pt x="3030" y="1694"/>
                    <a:pt x="2611" y="1522"/>
                  </a:cubicBezTo>
                  <a:cubicBezTo>
                    <a:pt x="2430" y="1427"/>
                    <a:pt x="2239" y="1370"/>
                    <a:pt x="2039" y="1351"/>
                  </a:cubicBezTo>
                  <a:cubicBezTo>
                    <a:pt x="1392" y="1313"/>
                    <a:pt x="763" y="1180"/>
                    <a:pt x="134" y="1113"/>
                  </a:cubicBezTo>
                  <a:lnTo>
                    <a:pt x="134" y="1113"/>
                  </a:lnTo>
                  <a:cubicBezTo>
                    <a:pt x="1" y="1570"/>
                    <a:pt x="77" y="2027"/>
                    <a:pt x="191" y="2475"/>
                  </a:cubicBezTo>
                  <a:cubicBezTo>
                    <a:pt x="239" y="2751"/>
                    <a:pt x="391" y="3008"/>
                    <a:pt x="611" y="3189"/>
                  </a:cubicBezTo>
                  <a:cubicBezTo>
                    <a:pt x="906" y="3399"/>
                    <a:pt x="1334" y="3494"/>
                    <a:pt x="1687" y="3580"/>
                  </a:cubicBezTo>
                  <a:cubicBezTo>
                    <a:pt x="2087" y="3685"/>
                    <a:pt x="2487" y="3770"/>
                    <a:pt x="2897" y="3818"/>
                  </a:cubicBezTo>
                  <a:cubicBezTo>
                    <a:pt x="3697" y="3932"/>
                    <a:pt x="4516" y="3980"/>
                    <a:pt x="5316" y="4075"/>
                  </a:cubicBezTo>
                  <a:cubicBezTo>
                    <a:pt x="6078" y="4170"/>
                    <a:pt x="6840" y="4247"/>
                    <a:pt x="7611" y="4266"/>
                  </a:cubicBezTo>
                  <a:cubicBezTo>
                    <a:pt x="7626" y="4266"/>
                    <a:pt x="7640" y="4266"/>
                    <a:pt x="7654" y="4266"/>
                  </a:cubicBezTo>
                  <a:cubicBezTo>
                    <a:pt x="7927" y="4266"/>
                    <a:pt x="8122" y="4176"/>
                    <a:pt x="8240" y="3904"/>
                  </a:cubicBezTo>
                  <a:cubicBezTo>
                    <a:pt x="8278" y="3808"/>
                    <a:pt x="8345" y="3723"/>
                    <a:pt x="8411" y="3647"/>
                  </a:cubicBezTo>
                  <a:cubicBezTo>
                    <a:pt x="8488" y="3570"/>
                    <a:pt x="8554" y="3475"/>
                    <a:pt x="8592" y="3370"/>
                  </a:cubicBezTo>
                  <a:cubicBezTo>
                    <a:pt x="8678" y="3256"/>
                    <a:pt x="8735" y="3113"/>
                    <a:pt x="8745" y="2970"/>
                  </a:cubicBezTo>
                  <a:cubicBezTo>
                    <a:pt x="8735" y="2846"/>
                    <a:pt x="8745" y="2732"/>
                    <a:pt x="8764" y="2608"/>
                  </a:cubicBezTo>
                  <a:cubicBezTo>
                    <a:pt x="8783" y="2561"/>
                    <a:pt x="8812" y="2504"/>
                    <a:pt x="8831" y="2456"/>
                  </a:cubicBezTo>
                  <a:cubicBezTo>
                    <a:pt x="8916" y="2256"/>
                    <a:pt x="8907" y="2027"/>
                    <a:pt x="8802" y="1846"/>
                  </a:cubicBezTo>
                  <a:cubicBezTo>
                    <a:pt x="8697" y="1665"/>
                    <a:pt x="8564" y="1494"/>
                    <a:pt x="8421" y="1351"/>
                  </a:cubicBezTo>
                  <a:cubicBezTo>
                    <a:pt x="8402" y="1275"/>
                    <a:pt x="8402" y="1208"/>
                    <a:pt x="8411" y="1132"/>
                  </a:cubicBezTo>
                  <a:cubicBezTo>
                    <a:pt x="8459" y="941"/>
                    <a:pt x="8583" y="789"/>
                    <a:pt x="8650" y="618"/>
                  </a:cubicBezTo>
                  <a:cubicBezTo>
                    <a:pt x="8650" y="608"/>
                    <a:pt x="8650" y="608"/>
                    <a:pt x="8659" y="599"/>
                  </a:cubicBezTo>
                  <a:lnTo>
                    <a:pt x="8792" y="418"/>
                  </a:lnTo>
                  <a:cubicBezTo>
                    <a:pt x="8831" y="370"/>
                    <a:pt x="8859" y="322"/>
                    <a:pt x="8888" y="265"/>
                  </a:cubicBezTo>
                  <a:cubicBezTo>
                    <a:pt x="8907" y="198"/>
                    <a:pt x="8916" y="132"/>
                    <a:pt x="8897" y="65"/>
                  </a:cubicBezTo>
                  <a:cubicBezTo>
                    <a:pt x="8897" y="46"/>
                    <a:pt x="8888" y="27"/>
                    <a:pt x="8869" y="8"/>
                  </a:cubicBezTo>
                  <a:cubicBezTo>
                    <a:pt x="8861" y="3"/>
                    <a:pt x="8852" y="0"/>
                    <a:pt x="8842" y="0"/>
                  </a:cubicBezTo>
                  <a:close/>
                </a:path>
              </a:pathLst>
            </a:custGeom>
            <a:solidFill>
              <a:srgbClr val="FF73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94;p39">
              <a:extLst>
                <a:ext uri="{FF2B5EF4-FFF2-40B4-BE49-F238E27FC236}">
                  <a16:creationId xmlns:a16="http://schemas.microsoft.com/office/drawing/2014/main" id="{D64AFFA6-50C9-4C19-B830-B90ED9AABDF1}"/>
                </a:ext>
              </a:extLst>
            </p:cNvPr>
            <p:cNvSpPr/>
            <p:nvPr/>
          </p:nvSpPr>
          <p:spPr>
            <a:xfrm>
              <a:off x="-4814805" y="1819250"/>
              <a:ext cx="134265" cy="138581"/>
            </a:xfrm>
            <a:custGeom>
              <a:avLst/>
              <a:gdLst/>
              <a:ahLst/>
              <a:cxnLst/>
              <a:rect l="l" t="t" r="r" b="b"/>
              <a:pathLst>
                <a:path w="1773" h="1830" extrusionOk="0">
                  <a:moveTo>
                    <a:pt x="925" y="1"/>
                  </a:moveTo>
                  <a:lnTo>
                    <a:pt x="1" y="1782"/>
                  </a:lnTo>
                  <a:lnTo>
                    <a:pt x="286" y="1830"/>
                  </a:lnTo>
                  <a:cubicBezTo>
                    <a:pt x="286" y="1830"/>
                    <a:pt x="1639" y="648"/>
                    <a:pt x="1706" y="591"/>
                  </a:cubicBezTo>
                  <a:cubicBezTo>
                    <a:pt x="1772" y="534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B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95;p39">
              <a:extLst>
                <a:ext uri="{FF2B5EF4-FFF2-40B4-BE49-F238E27FC236}">
                  <a16:creationId xmlns:a16="http://schemas.microsoft.com/office/drawing/2014/main" id="{64C3F31B-959F-4E22-9ABC-6747F3D0B80E}"/>
                </a:ext>
              </a:extLst>
            </p:cNvPr>
            <p:cNvSpPr/>
            <p:nvPr/>
          </p:nvSpPr>
          <p:spPr>
            <a:xfrm>
              <a:off x="-4937408" y="1797668"/>
              <a:ext cx="138581" cy="147896"/>
            </a:xfrm>
            <a:custGeom>
              <a:avLst/>
              <a:gdLst/>
              <a:ahLst/>
              <a:cxnLst/>
              <a:rect l="l" t="t" r="r" b="b"/>
              <a:pathLst>
                <a:path w="1830" h="1953" extrusionOk="0">
                  <a:moveTo>
                    <a:pt x="324" y="0"/>
                  </a:moveTo>
                  <a:cubicBezTo>
                    <a:pt x="324" y="0"/>
                    <a:pt x="0" y="943"/>
                    <a:pt x="0" y="1019"/>
                  </a:cubicBezTo>
                  <a:lnTo>
                    <a:pt x="1829" y="1953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B6AB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96;p39">
              <a:extLst>
                <a:ext uri="{FF2B5EF4-FFF2-40B4-BE49-F238E27FC236}">
                  <a16:creationId xmlns:a16="http://schemas.microsoft.com/office/drawing/2014/main" id="{BF81A3F8-FF60-4FBD-82CB-874C59D6C8E7}"/>
                </a:ext>
              </a:extLst>
            </p:cNvPr>
            <p:cNvSpPr/>
            <p:nvPr/>
          </p:nvSpPr>
          <p:spPr>
            <a:xfrm>
              <a:off x="-4979966" y="1814934"/>
              <a:ext cx="180383" cy="130630"/>
            </a:xfrm>
            <a:custGeom>
              <a:avLst/>
              <a:gdLst/>
              <a:ahLst/>
              <a:cxnLst/>
              <a:rect l="l" t="t" r="r" b="b"/>
              <a:pathLst>
                <a:path w="2382" h="1725" extrusionOk="0">
                  <a:moveTo>
                    <a:pt x="324" y="1"/>
                  </a:moveTo>
                  <a:lnTo>
                    <a:pt x="0" y="915"/>
                  </a:lnTo>
                  <a:lnTo>
                    <a:pt x="2382" y="1725"/>
                  </a:lnTo>
                  <a:lnTo>
                    <a:pt x="324" y="1"/>
                  </a:lnTo>
                  <a:close/>
                </a:path>
              </a:pathLst>
            </a:custGeom>
            <a:solidFill>
              <a:srgbClr val="D6C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97;p39">
              <a:extLst>
                <a:ext uri="{FF2B5EF4-FFF2-40B4-BE49-F238E27FC236}">
                  <a16:creationId xmlns:a16="http://schemas.microsoft.com/office/drawing/2014/main" id="{00851506-873D-44E2-9E8D-5C8BC9540971}"/>
                </a:ext>
              </a:extLst>
            </p:cNvPr>
            <p:cNvSpPr/>
            <p:nvPr/>
          </p:nvSpPr>
          <p:spPr>
            <a:xfrm>
              <a:off x="-5005259" y="1848102"/>
              <a:ext cx="205676" cy="129191"/>
            </a:xfrm>
            <a:custGeom>
              <a:avLst/>
              <a:gdLst/>
              <a:ahLst/>
              <a:cxnLst/>
              <a:rect l="l" t="t" r="r" b="b"/>
              <a:pathLst>
                <a:path w="2716" h="1706" extrusionOk="0">
                  <a:moveTo>
                    <a:pt x="191" y="1"/>
                  </a:moveTo>
                  <a:cubicBezTo>
                    <a:pt x="191" y="1"/>
                    <a:pt x="1" y="763"/>
                    <a:pt x="1" y="820"/>
                  </a:cubicBezTo>
                  <a:lnTo>
                    <a:pt x="2239" y="1706"/>
                  </a:lnTo>
                  <a:lnTo>
                    <a:pt x="2716" y="1287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FB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98;p39">
              <a:extLst>
                <a:ext uri="{FF2B5EF4-FFF2-40B4-BE49-F238E27FC236}">
                  <a16:creationId xmlns:a16="http://schemas.microsoft.com/office/drawing/2014/main" id="{B22087DB-42C1-46FE-9593-1BE8C3331E17}"/>
                </a:ext>
              </a:extLst>
            </p:cNvPr>
            <p:cNvSpPr/>
            <p:nvPr/>
          </p:nvSpPr>
          <p:spPr>
            <a:xfrm>
              <a:off x="-4835775" y="1853850"/>
              <a:ext cx="161051" cy="378120"/>
            </a:xfrm>
            <a:custGeom>
              <a:avLst/>
              <a:gdLst/>
              <a:ahLst/>
              <a:cxnLst/>
              <a:rect l="l" t="t" r="r" b="b"/>
              <a:pathLst>
                <a:path w="2011" h="4993" extrusionOk="0">
                  <a:moveTo>
                    <a:pt x="2010" y="1"/>
                  </a:moveTo>
                  <a:lnTo>
                    <a:pt x="420" y="1173"/>
                  </a:lnTo>
                  <a:lnTo>
                    <a:pt x="1" y="4992"/>
                  </a:lnTo>
                  <a:lnTo>
                    <a:pt x="1" y="4992"/>
                  </a:lnTo>
                  <a:lnTo>
                    <a:pt x="1410" y="4125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rgbClr val="0096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99;p39">
              <a:extLst>
                <a:ext uri="{FF2B5EF4-FFF2-40B4-BE49-F238E27FC236}">
                  <a16:creationId xmlns:a16="http://schemas.microsoft.com/office/drawing/2014/main" id="{6A34BD0E-4F82-4989-9D13-D2850480A7B9}"/>
                </a:ext>
              </a:extLst>
            </p:cNvPr>
            <p:cNvSpPr/>
            <p:nvPr/>
          </p:nvSpPr>
          <p:spPr>
            <a:xfrm>
              <a:off x="-5036232" y="1887102"/>
              <a:ext cx="236648" cy="344863"/>
            </a:xfrm>
            <a:custGeom>
              <a:avLst/>
              <a:gdLst/>
              <a:ahLst/>
              <a:cxnLst/>
              <a:rect l="l" t="t" r="r" b="b"/>
              <a:pathLst>
                <a:path w="3125" h="4554" extrusionOk="0">
                  <a:moveTo>
                    <a:pt x="324" y="0"/>
                  </a:moveTo>
                  <a:lnTo>
                    <a:pt x="0" y="3705"/>
                  </a:lnTo>
                  <a:lnTo>
                    <a:pt x="2706" y="4553"/>
                  </a:lnTo>
                  <a:lnTo>
                    <a:pt x="3125" y="734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0096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00;p39">
              <a:extLst>
                <a:ext uri="{FF2B5EF4-FFF2-40B4-BE49-F238E27FC236}">
                  <a16:creationId xmlns:a16="http://schemas.microsoft.com/office/drawing/2014/main" id="{26301B2F-69A1-4D76-9C8E-1E12D626994D}"/>
                </a:ext>
              </a:extLst>
            </p:cNvPr>
            <p:cNvSpPr/>
            <p:nvPr/>
          </p:nvSpPr>
          <p:spPr>
            <a:xfrm>
              <a:off x="-5022525" y="1920952"/>
              <a:ext cx="209235" cy="286477"/>
            </a:xfrm>
            <a:custGeom>
              <a:avLst/>
              <a:gdLst/>
              <a:ahLst/>
              <a:cxnLst/>
              <a:rect l="l" t="t" r="r" b="b"/>
              <a:pathLst>
                <a:path w="2763" h="3783" extrusionOk="0">
                  <a:moveTo>
                    <a:pt x="410" y="153"/>
                  </a:moveTo>
                  <a:lnTo>
                    <a:pt x="2620" y="715"/>
                  </a:lnTo>
                  <a:lnTo>
                    <a:pt x="2286" y="3611"/>
                  </a:lnTo>
                  <a:lnTo>
                    <a:pt x="143" y="2963"/>
                  </a:lnTo>
                  <a:lnTo>
                    <a:pt x="410" y="153"/>
                  </a:lnTo>
                  <a:close/>
                  <a:moveTo>
                    <a:pt x="286" y="1"/>
                  </a:moveTo>
                  <a:lnTo>
                    <a:pt x="0" y="3068"/>
                  </a:lnTo>
                  <a:lnTo>
                    <a:pt x="2401" y="3782"/>
                  </a:lnTo>
                  <a:lnTo>
                    <a:pt x="2763" y="610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007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01;p39">
              <a:extLst>
                <a:ext uri="{FF2B5EF4-FFF2-40B4-BE49-F238E27FC236}">
                  <a16:creationId xmlns:a16="http://schemas.microsoft.com/office/drawing/2014/main" id="{4896BB78-76AD-47E8-B228-86AC3DD91455}"/>
                </a:ext>
              </a:extLst>
            </p:cNvPr>
            <p:cNvSpPr/>
            <p:nvPr/>
          </p:nvSpPr>
          <p:spPr>
            <a:xfrm>
              <a:off x="-4973454" y="2056504"/>
              <a:ext cx="231575" cy="580830"/>
            </a:xfrm>
            <a:custGeom>
              <a:avLst/>
              <a:gdLst/>
              <a:ahLst/>
              <a:cxnLst/>
              <a:rect l="l" t="t" r="r" b="b"/>
              <a:pathLst>
                <a:path w="3058" h="7670" extrusionOk="0">
                  <a:moveTo>
                    <a:pt x="2618" y="1"/>
                  </a:moveTo>
                  <a:cubicBezTo>
                    <a:pt x="2609" y="1"/>
                    <a:pt x="2600" y="4"/>
                    <a:pt x="2591" y="11"/>
                  </a:cubicBezTo>
                  <a:cubicBezTo>
                    <a:pt x="2572" y="21"/>
                    <a:pt x="2562" y="40"/>
                    <a:pt x="2562" y="59"/>
                  </a:cubicBezTo>
                  <a:cubicBezTo>
                    <a:pt x="2524" y="182"/>
                    <a:pt x="2505" y="316"/>
                    <a:pt x="2505" y="449"/>
                  </a:cubicBezTo>
                  <a:cubicBezTo>
                    <a:pt x="2467" y="335"/>
                    <a:pt x="2429" y="211"/>
                    <a:pt x="2410" y="97"/>
                  </a:cubicBezTo>
                  <a:cubicBezTo>
                    <a:pt x="2410" y="78"/>
                    <a:pt x="2400" y="59"/>
                    <a:pt x="2391" y="40"/>
                  </a:cubicBezTo>
                  <a:cubicBezTo>
                    <a:pt x="2381" y="35"/>
                    <a:pt x="2369" y="32"/>
                    <a:pt x="2358" y="32"/>
                  </a:cubicBezTo>
                  <a:cubicBezTo>
                    <a:pt x="2346" y="32"/>
                    <a:pt x="2334" y="35"/>
                    <a:pt x="2324" y="40"/>
                  </a:cubicBezTo>
                  <a:cubicBezTo>
                    <a:pt x="2305" y="59"/>
                    <a:pt x="2286" y="78"/>
                    <a:pt x="2277" y="106"/>
                  </a:cubicBezTo>
                  <a:cubicBezTo>
                    <a:pt x="2238" y="182"/>
                    <a:pt x="2219" y="278"/>
                    <a:pt x="2210" y="363"/>
                  </a:cubicBezTo>
                  <a:cubicBezTo>
                    <a:pt x="2200" y="297"/>
                    <a:pt x="2191" y="221"/>
                    <a:pt x="2172" y="154"/>
                  </a:cubicBezTo>
                  <a:cubicBezTo>
                    <a:pt x="2172" y="135"/>
                    <a:pt x="2162" y="116"/>
                    <a:pt x="2153" y="106"/>
                  </a:cubicBezTo>
                  <a:cubicBezTo>
                    <a:pt x="2138" y="97"/>
                    <a:pt x="2122" y="92"/>
                    <a:pt x="2105" y="92"/>
                  </a:cubicBezTo>
                  <a:cubicBezTo>
                    <a:pt x="2088" y="92"/>
                    <a:pt x="2072" y="97"/>
                    <a:pt x="2057" y="106"/>
                  </a:cubicBezTo>
                  <a:cubicBezTo>
                    <a:pt x="1991" y="163"/>
                    <a:pt x="1962" y="249"/>
                    <a:pt x="1962" y="335"/>
                  </a:cubicBezTo>
                  <a:cubicBezTo>
                    <a:pt x="1962" y="563"/>
                    <a:pt x="2000" y="792"/>
                    <a:pt x="2086" y="1011"/>
                  </a:cubicBezTo>
                  <a:cubicBezTo>
                    <a:pt x="2105" y="1059"/>
                    <a:pt x="2162" y="1164"/>
                    <a:pt x="2124" y="1211"/>
                  </a:cubicBezTo>
                  <a:cubicBezTo>
                    <a:pt x="2105" y="1230"/>
                    <a:pt x="2096" y="1249"/>
                    <a:pt x="2086" y="1268"/>
                  </a:cubicBezTo>
                  <a:cubicBezTo>
                    <a:pt x="2038" y="1240"/>
                    <a:pt x="2000" y="1211"/>
                    <a:pt x="1953" y="1173"/>
                  </a:cubicBezTo>
                  <a:cubicBezTo>
                    <a:pt x="1838" y="1078"/>
                    <a:pt x="1772" y="916"/>
                    <a:pt x="1657" y="821"/>
                  </a:cubicBezTo>
                  <a:cubicBezTo>
                    <a:pt x="1645" y="802"/>
                    <a:pt x="1625" y="787"/>
                    <a:pt x="1606" y="787"/>
                  </a:cubicBezTo>
                  <a:cubicBezTo>
                    <a:pt x="1597" y="787"/>
                    <a:pt x="1588" y="792"/>
                    <a:pt x="1581" y="802"/>
                  </a:cubicBezTo>
                  <a:cubicBezTo>
                    <a:pt x="1581" y="811"/>
                    <a:pt x="1581" y="821"/>
                    <a:pt x="1581" y="830"/>
                  </a:cubicBezTo>
                  <a:cubicBezTo>
                    <a:pt x="1581" y="973"/>
                    <a:pt x="1610" y="1125"/>
                    <a:pt x="1686" y="1249"/>
                  </a:cubicBezTo>
                  <a:cubicBezTo>
                    <a:pt x="1715" y="1297"/>
                    <a:pt x="1743" y="1345"/>
                    <a:pt x="1781" y="1392"/>
                  </a:cubicBezTo>
                  <a:lnTo>
                    <a:pt x="2019" y="1706"/>
                  </a:lnTo>
                  <a:cubicBezTo>
                    <a:pt x="2067" y="1792"/>
                    <a:pt x="2029" y="1906"/>
                    <a:pt x="1943" y="1964"/>
                  </a:cubicBezTo>
                  <a:cubicBezTo>
                    <a:pt x="1857" y="2021"/>
                    <a:pt x="1781" y="2068"/>
                    <a:pt x="1715" y="2126"/>
                  </a:cubicBezTo>
                  <a:cubicBezTo>
                    <a:pt x="1543" y="2307"/>
                    <a:pt x="1496" y="2573"/>
                    <a:pt x="1591" y="2802"/>
                  </a:cubicBezTo>
                  <a:cubicBezTo>
                    <a:pt x="1619" y="2878"/>
                    <a:pt x="1619" y="2964"/>
                    <a:pt x="1581" y="3040"/>
                  </a:cubicBezTo>
                  <a:cubicBezTo>
                    <a:pt x="1353" y="3535"/>
                    <a:pt x="1134" y="4040"/>
                    <a:pt x="905" y="4535"/>
                  </a:cubicBezTo>
                  <a:cubicBezTo>
                    <a:pt x="876" y="4602"/>
                    <a:pt x="867" y="4678"/>
                    <a:pt x="762" y="4707"/>
                  </a:cubicBezTo>
                  <a:cubicBezTo>
                    <a:pt x="695" y="4659"/>
                    <a:pt x="676" y="4564"/>
                    <a:pt x="629" y="4507"/>
                  </a:cubicBezTo>
                  <a:cubicBezTo>
                    <a:pt x="495" y="4735"/>
                    <a:pt x="333" y="4954"/>
                    <a:pt x="162" y="5174"/>
                  </a:cubicBezTo>
                  <a:cubicBezTo>
                    <a:pt x="48" y="5297"/>
                    <a:pt x="0" y="5478"/>
                    <a:pt x="57" y="5650"/>
                  </a:cubicBezTo>
                  <a:cubicBezTo>
                    <a:pt x="210" y="6336"/>
                    <a:pt x="410" y="7012"/>
                    <a:pt x="667" y="7669"/>
                  </a:cubicBezTo>
                  <a:cubicBezTo>
                    <a:pt x="1219" y="7450"/>
                    <a:pt x="1543" y="7002"/>
                    <a:pt x="1781" y="6478"/>
                  </a:cubicBezTo>
                  <a:cubicBezTo>
                    <a:pt x="1924" y="6174"/>
                    <a:pt x="2029" y="5850"/>
                    <a:pt x="2086" y="5516"/>
                  </a:cubicBezTo>
                  <a:cubicBezTo>
                    <a:pt x="2296" y="4421"/>
                    <a:pt x="2581" y="3345"/>
                    <a:pt x="2943" y="2287"/>
                  </a:cubicBezTo>
                  <a:cubicBezTo>
                    <a:pt x="3039" y="1973"/>
                    <a:pt x="3058" y="1649"/>
                    <a:pt x="3010" y="1325"/>
                  </a:cubicBezTo>
                  <a:cubicBezTo>
                    <a:pt x="2981" y="1106"/>
                    <a:pt x="2934" y="897"/>
                    <a:pt x="2877" y="697"/>
                  </a:cubicBezTo>
                  <a:lnTo>
                    <a:pt x="2705" y="106"/>
                  </a:lnTo>
                  <a:cubicBezTo>
                    <a:pt x="2697" y="60"/>
                    <a:pt x="2658" y="1"/>
                    <a:pt x="2618" y="1"/>
                  </a:cubicBezTo>
                  <a:close/>
                </a:path>
              </a:pathLst>
            </a:custGeom>
            <a:solidFill>
              <a:srgbClr val="FF73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02;p39">
              <a:extLst>
                <a:ext uri="{FF2B5EF4-FFF2-40B4-BE49-F238E27FC236}">
                  <a16:creationId xmlns:a16="http://schemas.microsoft.com/office/drawing/2014/main" id="{E415046E-DA08-46A1-AA02-99814CF186BD}"/>
                </a:ext>
              </a:extLst>
            </p:cNvPr>
            <p:cNvSpPr/>
            <p:nvPr/>
          </p:nvSpPr>
          <p:spPr>
            <a:xfrm>
              <a:off x="-5387532" y="1354738"/>
              <a:ext cx="269893" cy="235210"/>
            </a:xfrm>
            <a:custGeom>
              <a:avLst/>
              <a:gdLst/>
              <a:ahLst/>
              <a:cxnLst/>
              <a:rect l="l" t="t" r="r" b="b"/>
              <a:pathLst>
                <a:path w="3564" h="3106" extrusionOk="0">
                  <a:moveTo>
                    <a:pt x="1782" y="1"/>
                  </a:moveTo>
                  <a:cubicBezTo>
                    <a:pt x="801" y="1"/>
                    <a:pt x="1" y="696"/>
                    <a:pt x="1" y="1553"/>
                  </a:cubicBezTo>
                  <a:cubicBezTo>
                    <a:pt x="1" y="2411"/>
                    <a:pt x="801" y="3106"/>
                    <a:pt x="1782" y="3106"/>
                  </a:cubicBezTo>
                  <a:cubicBezTo>
                    <a:pt x="2773" y="3106"/>
                    <a:pt x="3563" y="2411"/>
                    <a:pt x="3563" y="1553"/>
                  </a:cubicBezTo>
                  <a:cubicBezTo>
                    <a:pt x="3563" y="696"/>
                    <a:pt x="2773" y="1"/>
                    <a:pt x="1782" y="1"/>
                  </a:cubicBezTo>
                  <a:close/>
                </a:path>
              </a:pathLst>
            </a:custGeom>
            <a:solidFill>
              <a:srgbClr val="362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03;p39">
              <a:extLst>
                <a:ext uri="{FF2B5EF4-FFF2-40B4-BE49-F238E27FC236}">
                  <a16:creationId xmlns:a16="http://schemas.microsoft.com/office/drawing/2014/main" id="{491DDB08-3F46-4A06-9FD7-6EC539405882}"/>
                </a:ext>
              </a:extLst>
            </p:cNvPr>
            <p:cNvSpPr/>
            <p:nvPr/>
          </p:nvSpPr>
          <p:spPr>
            <a:xfrm>
              <a:off x="-5230246" y="1542315"/>
              <a:ext cx="120482" cy="120482"/>
            </a:xfrm>
            <a:custGeom>
              <a:avLst/>
              <a:gdLst/>
              <a:ahLst/>
              <a:cxnLst/>
              <a:rect l="l" t="t" r="r" b="b"/>
              <a:pathLst>
                <a:path w="1591" h="1591" extrusionOk="0">
                  <a:moveTo>
                    <a:pt x="791" y="0"/>
                  </a:moveTo>
                  <a:cubicBezTo>
                    <a:pt x="353" y="0"/>
                    <a:pt x="0" y="362"/>
                    <a:pt x="0" y="800"/>
                  </a:cubicBezTo>
                  <a:cubicBezTo>
                    <a:pt x="0" y="1238"/>
                    <a:pt x="353" y="1591"/>
                    <a:pt x="791" y="1591"/>
                  </a:cubicBezTo>
                  <a:cubicBezTo>
                    <a:pt x="1229" y="1591"/>
                    <a:pt x="1591" y="1238"/>
                    <a:pt x="1591" y="800"/>
                  </a:cubicBezTo>
                  <a:cubicBezTo>
                    <a:pt x="1591" y="362"/>
                    <a:pt x="1229" y="0"/>
                    <a:pt x="791" y="0"/>
                  </a:cubicBezTo>
                  <a:close/>
                </a:path>
              </a:pathLst>
            </a:custGeom>
            <a:solidFill>
              <a:srgbClr val="362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04;p39">
              <a:extLst>
                <a:ext uri="{FF2B5EF4-FFF2-40B4-BE49-F238E27FC236}">
                  <a16:creationId xmlns:a16="http://schemas.microsoft.com/office/drawing/2014/main" id="{DCA0056E-4A37-468B-B56A-4A1691382E49}"/>
                </a:ext>
              </a:extLst>
            </p:cNvPr>
            <p:cNvSpPr/>
            <p:nvPr/>
          </p:nvSpPr>
          <p:spPr>
            <a:xfrm>
              <a:off x="-5360800" y="1244100"/>
              <a:ext cx="173870" cy="153878"/>
            </a:xfrm>
            <a:custGeom>
              <a:avLst/>
              <a:gdLst/>
              <a:ahLst/>
              <a:cxnLst/>
              <a:rect l="l" t="t" r="r" b="b"/>
              <a:pathLst>
                <a:path w="2296" h="2032" extrusionOk="0">
                  <a:moveTo>
                    <a:pt x="1152" y="1"/>
                  </a:moveTo>
                  <a:cubicBezTo>
                    <a:pt x="1022" y="1"/>
                    <a:pt x="890" y="26"/>
                    <a:pt x="762" y="81"/>
                  </a:cubicBezTo>
                  <a:cubicBezTo>
                    <a:pt x="238" y="290"/>
                    <a:pt x="0" y="890"/>
                    <a:pt x="210" y="1405"/>
                  </a:cubicBezTo>
                  <a:cubicBezTo>
                    <a:pt x="376" y="1795"/>
                    <a:pt x="756" y="2031"/>
                    <a:pt x="1154" y="2031"/>
                  </a:cubicBezTo>
                  <a:cubicBezTo>
                    <a:pt x="1281" y="2031"/>
                    <a:pt x="1410" y="2008"/>
                    <a:pt x="1534" y="1957"/>
                  </a:cubicBezTo>
                  <a:cubicBezTo>
                    <a:pt x="2048" y="1738"/>
                    <a:pt x="2296" y="1147"/>
                    <a:pt x="2086" y="623"/>
                  </a:cubicBezTo>
                  <a:cubicBezTo>
                    <a:pt x="1921" y="237"/>
                    <a:pt x="1546" y="1"/>
                    <a:pt x="1152" y="1"/>
                  </a:cubicBezTo>
                  <a:close/>
                </a:path>
              </a:pathLst>
            </a:custGeom>
            <a:solidFill>
              <a:srgbClr val="362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05;p39">
              <a:extLst>
                <a:ext uri="{FF2B5EF4-FFF2-40B4-BE49-F238E27FC236}">
                  <a16:creationId xmlns:a16="http://schemas.microsoft.com/office/drawing/2014/main" id="{2121EFAD-D195-4057-8B3E-01CE75EB6B3E}"/>
                </a:ext>
              </a:extLst>
            </p:cNvPr>
            <p:cNvSpPr/>
            <p:nvPr/>
          </p:nvSpPr>
          <p:spPr>
            <a:xfrm>
              <a:off x="-5478405" y="3859651"/>
              <a:ext cx="12344" cy="86481"/>
            </a:xfrm>
            <a:custGeom>
              <a:avLst/>
              <a:gdLst/>
              <a:ahLst/>
              <a:cxnLst/>
              <a:rect l="l" t="t" r="r" b="b"/>
              <a:pathLst>
                <a:path w="163" h="1142" extrusionOk="0">
                  <a:moveTo>
                    <a:pt x="82" y="1"/>
                  </a:moveTo>
                  <a:cubicBezTo>
                    <a:pt x="43" y="1"/>
                    <a:pt x="5" y="27"/>
                    <a:pt x="1" y="79"/>
                  </a:cubicBezTo>
                  <a:lnTo>
                    <a:pt x="1" y="1070"/>
                  </a:lnTo>
                  <a:cubicBezTo>
                    <a:pt x="5" y="1117"/>
                    <a:pt x="43" y="1141"/>
                    <a:pt x="82" y="1141"/>
                  </a:cubicBezTo>
                  <a:cubicBezTo>
                    <a:pt x="120" y="1141"/>
                    <a:pt x="158" y="1117"/>
                    <a:pt x="163" y="1070"/>
                  </a:cubicBezTo>
                  <a:lnTo>
                    <a:pt x="163" y="79"/>
                  </a:lnTo>
                  <a:cubicBezTo>
                    <a:pt x="158" y="27"/>
                    <a:pt x="120" y="1"/>
                    <a:pt x="82" y="1"/>
                  </a:cubicBezTo>
                  <a:close/>
                </a:path>
              </a:pathLst>
            </a:custGeom>
            <a:solidFill>
              <a:srgbClr val="FB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06;p39">
              <a:extLst>
                <a:ext uri="{FF2B5EF4-FFF2-40B4-BE49-F238E27FC236}">
                  <a16:creationId xmlns:a16="http://schemas.microsoft.com/office/drawing/2014/main" id="{342DBBB3-4A5D-4C5D-8636-9AEF8920C4FA}"/>
                </a:ext>
              </a:extLst>
            </p:cNvPr>
            <p:cNvSpPr/>
            <p:nvPr/>
          </p:nvSpPr>
          <p:spPr>
            <a:xfrm>
              <a:off x="-5099692" y="3554696"/>
              <a:ext cx="13025" cy="147441"/>
            </a:xfrm>
            <a:custGeom>
              <a:avLst/>
              <a:gdLst/>
              <a:ahLst/>
              <a:cxnLst/>
              <a:rect l="l" t="t" r="r" b="b"/>
              <a:pathLst>
                <a:path w="172" h="1947" extrusionOk="0">
                  <a:moveTo>
                    <a:pt x="86" y="1"/>
                  </a:moveTo>
                  <a:cubicBezTo>
                    <a:pt x="43" y="1"/>
                    <a:pt x="0" y="29"/>
                    <a:pt x="0" y="87"/>
                  </a:cubicBezTo>
                  <a:lnTo>
                    <a:pt x="0" y="1868"/>
                  </a:lnTo>
                  <a:cubicBezTo>
                    <a:pt x="0" y="1920"/>
                    <a:pt x="43" y="1946"/>
                    <a:pt x="86" y="1946"/>
                  </a:cubicBezTo>
                  <a:cubicBezTo>
                    <a:pt x="129" y="1946"/>
                    <a:pt x="172" y="1920"/>
                    <a:pt x="172" y="1868"/>
                  </a:cubicBezTo>
                  <a:lnTo>
                    <a:pt x="172" y="87"/>
                  </a:lnTo>
                  <a:cubicBezTo>
                    <a:pt x="172" y="29"/>
                    <a:pt x="129" y="1"/>
                    <a:pt x="86" y="1"/>
                  </a:cubicBezTo>
                  <a:close/>
                </a:path>
              </a:pathLst>
            </a:custGeom>
            <a:solidFill>
              <a:srgbClr val="FB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207;p39">
              <a:extLst>
                <a:ext uri="{FF2B5EF4-FFF2-40B4-BE49-F238E27FC236}">
                  <a16:creationId xmlns:a16="http://schemas.microsoft.com/office/drawing/2014/main" id="{197A89CB-3A52-459B-B851-77C2F623EF3A}"/>
                </a:ext>
              </a:extLst>
            </p:cNvPr>
            <p:cNvSpPr/>
            <p:nvPr/>
          </p:nvSpPr>
          <p:spPr>
            <a:xfrm>
              <a:off x="-5099692" y="3794752"/>
              <a:ext cx="13025" cy="156907"/>
            </a:xfrm>
            <a:custGeom>
              <a:avLst/>
              <a:gdLst/>
              <a:ahLst/>
              <a:cxnLst/>
              <a:rect l="l" t="t" r="r" b="b"/>
              <a:pathLst>
                <a:path w="172" h="2072" extrusionOk="0">
                  <a:moveTo>
                    <a:pt x="86" y="0"/>
                  </a:moveTo>
                  <a:cubicBezTo>
                    <a:pt x="43" y="0"/>
                    <a:pt x="0" y="26"/>
                    <a:pt x="0" y="79"/>
                  </a:cubicBezTo>
                  <a:lnTo>
                    <a:pt x="0" y="1993"/>
                  </a:lnTo>
                  <a:cubicBezTo>
                    <a:pt x="0" y="2046"/>
                    <a:pt x="43" y="2072"/>
                    <a:pt x="86" y="2072"/>
                  </a:cubicBezTo>
                  <a:cubicBezTo>
                    <a:pt x="129" y="2072"/>
                    <a:pt x="172" y="2046"/>
                    <a:pt x="172" y="1993"/>
                  </a:cubicBezTo>
                  <a:lnTo>
                    <a:pt x="172" y="79"/>
                  </a:lnTo>
                  <a:cubicBezTo>
                    <a:pt x="172" y="26"/>
                    <a:pt x="129" y="0"/>
                    <a:pt x="86" y="0"/>
                  </a:cubicBezTo>
                  <a:close/>
                </a:path>
              </a:pathLst>
            </a:custGeom>
            <a:solidFill>
              <a:srgbClr val="FB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08;p39">
              <a:extLst>
                <a:ext uri="{FF2B5EF4-FFF2-40B4-BE49-F238E27FC236}">
                  <a16:creationId xmlns:a16="http://schemas.microsoft.com/office/drawing/2014/main" id="{67C4C533-E563-4E98-B462-9AD804A5180E}"/>
                </a:ext>
              </a:extLst>
            </p:cNvPr>
            <p:cNvSpPr/>
            <p:nvPr/>
          </p:nvSpPr>
          <p:spPr>
            <a:xfrm>
              <a:off x="-5478405" y="3606267"/>
              <a:ext cx="12344" cy="155923"/>
            </a:xfrm>
            <a:custGeom>
              <a:avLst/>
              <a:gdLst/>
              <a:ahLst/>
              <a:cxnLst/>
              <a:rect l="l" t="t" r="r" b="b"/>
              <a:pathLst>
                <a:path w="163" h="2059" extrusionOk="0">
                  <a:moveTo>
                    <a:pt x="82" y="1"/>
                  </a:moveTo>
                  <a:cubicBezTo>
                    <a:pt x="43" y="1"/>
                    <a:pt x="5" y="25"/>
                    <a:pt x="1" y="72"/>
                  </a:cubicBezTo>
                  <a:lnTo>
                    <a:pt x="1" y="1987"/>
                  </a:lnTo>
                  <a:cubicBezTo>
                    <a:pt x="5" y="2034"/>
                    <a:pt x="43" y="2058"/>
                    <a:pt x="82" y="2058"/>
                  </a:cubicBezTo>
                  <a:cubicBezTo>
                    <a:pt x="120" y="2058"/>
                    <a:pt x="158" y="2034"/>
                    <a:pt x="163" y="1987"/>
                  </a:cubicBezTo>
                  <a:lnTo>
                    <a:pt x="163" y="72"/>
                  </a:lnTo>
                  <a:cubicBezTo>
                    <a:pt x="158" y="25"/>
                    <a:pt x="120" y="1"/>
                    <a:pt x="82" y="1"/>
                  </a:cubicBezTo>
                  <a:close/>
                </a:path>
              </a:pathLst>
            </a:custGeom>
            <a:solidFill>
              <a:srgbClr val="FB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09;p39">
              <a:extLst>
                <a:ext uri="{FF2B5EF4-FFF2-40B4-BE49-F238E27FC236}">
                  <a16:creationId xmlns:a16="http://schemas.microsoft.com/office/drawing/2014/main" id="{72892B90-52B5-449D-B793-D4983F626358}"/>
                </a:ext>
              </a:extLst>
            </p:cNvPr>
            <p:cNvSpPr/>
            <p:nvPr/>
          </p:nvSpPr>
          <p:spPr>
            <a:xfrm>
              <a:off x="-5566854" y="2810068"/>
              <a:ext cx="110714" cy="282918"/>
            </a:xfrm>
            <a:custGeom>
              <a:avLst/>
              <a:gdLst/>
              <a:ahLst/>
              <a:cxnLst/>
              <a:rect l="l" t="t" r="r" b="b"/>
              <a:pathLst>
                <a:path w="1462" h="3736" extrusionOk="0">
                  <a:moveTo>
                    <a:pt x="1349" y="1"/>
                  </a:moveTo>
                  <a:cubicBezTo>
                    <a:pt x="1326" y="1"/>
                    <a:pt x="1304" y="13"/>
                    <a:pt x="1292" y="42"/>
                  </a:cubicBezTo>
                  <a:cubicBezTo>
                    <a:pt x="788" y="1214"/>
                    <a:pt x="359" y="2414"/>
                    <a:pt x="7" y="3633"/>
                  </a:cubicBezTo>
                  <a:cubicBezTo>
                    <a:pt x="1" y="3696"/>
                    <a:pt x="47" y="3735"/>
                    <a:pt x="93" y="3735"/>
                  </a:cubicBezTo>
                  <a:cubicBezTo>
                    <a:pt x="123" y="3735"/>
                    <a:pt x="153" y="3718"/>
                    <a:pt x="168" y="3681"/>
                  </a:cubicBezTo>
                  <a:cubicBezTo>
                    <a:pt x="511" y="2471"/>
                    <a:pt x="930" y="1280"/>
                    <a:pt x="1435" y="128"/>
                  </a:cubicBezTo>
                  <a:cubicBezTo>
                    <a:pt x="1462" y="62"/>
                    <a:pt x="1401" y="1"/>
                    <a:pt x="1349" y="1"/>
                  </a:cubicBezTo>
                  <a:close/>
                </a:path>
              </a:pathLst>
            </a:custGeom>
            <a:solidFill>
              <a:srgbClr val="FB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10;p39">
              <a:extLst>
                <a:ext uri="{FF2B5EF4-FFF2-40B4-BE49-F238E27FC236}">
                  <a16:creationId xmlns:a16="http://schemas.microsoft.com/office/drawing/2014/main" id="{D393F81B-94E8-49C6-A063-E411ACD71E60}"/>
                </a:ext>
              </a:extLst>
            </p:cNvPr>
            <p:cNvSpPr/>
            <p:nvPr/>
          </p:nvSpPr>
          <p:spPr>
            <a:xfrm>
              <a:off x="-5578668" y="3170304"/>
              <a:ext cx="12344" cy="92539"/>
            </a:xfrm>
            <a:custGeom>
              <a:avLst/>
              <a:gdLst/>
              <a:ahLst/>
              <a:cxnLst/>
              <a:rect l="l" t="t" r="r" b="b"/>
              <a:pathLst>
                <a:path w="163" h="1222" extrusionOk="0">
                  <a:moveTo>
                    <a:pt x="82" y="0"/>
                  </a:moveTo>
                  <a:cubicBezTo>
                    <a:pt x="41" y="0"/>
                    <a:pt x="1" y="29"/>
                    <a:pt x="1" y="86"/>
                  </a:cubicBezTo>
                  <a:lnTo>
                    <a:pt x="1" y="1143"/>
                  </a:lnTo>
                  <a:cubicBezTo>
                    <a:pt x="1" y="1195"/>
                    <a:pt x="41" y="1222"/>
                    <a:pt x="82" y="1222"/>
                  </a:cubicBezTo>
                  <a:cubicBezTo>
                    <a:pt x="122" y="1222"/>
                    <a:pt x="163" y="1195"/>
                    <a:pt x="163" y="1143"/>
                  </a:cubicBezTo>
                  <a:lnTo>
                    <a:pt x="163" y="86"/>
                  </a:lnTo>
                  <a:cubicBezTo>
                    <a:pt x="163" y="29"/>
                    <a:pt x="122" y="0"/>
                    <a:pt x="82" y="0"/>
                  </a:cubicBezTo>
                  <a:close/>
                </a:path>
              </a:pathLst>
            </a:custGeom>
            <a:solidFill>
              <a:srgbClr val="FBE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94616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789B6B2-7198-A22A-2875-169F47E0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5. Naver </a:t>
            </a:r>
            <a:r>
              <a:rPr lang="ko-KR" altLang="en-US" dirty="0">
                <a:latin typeface="+mj-ea"/>
                <a:ea typeface="+mj-ea"/>
              </a:rPr>
              <a:t>단어장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81303C-AAAE-476C-33E4-FF36FBC86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52" y="1222295"/>
            <a:ext cx="5801150" cy="38643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DE7A6F-E80D-5E83-B19D-20A8DF796AE8}"/>
              </a:ext>
            </a:extLst>
          </p:cNvPr>
          <p:cNvSpPr txBox="1"/>
          <p:nvPr/>
        </p:nvSpPr>
        <p:spPr>
          <a:xfrm>
            <a:off x="5056919" y="843011"/>
            <a:ext cx="40870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3"/>
              </a:rPr>
              <a:t>https://learn.dict.naver.com/wordbook/enkodict/#/my/main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730370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690677" y="793952"/>
            <a:ext cx="3555597" cy="35555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>
                <a:latin typeface="+mj-ea"/>
                <a:ea typeface="+mj-ea"/>
              </a:rPr>
              <a:t>경제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n-ea"/>
                <a:ea typeface="+mn-ea"/>
              </a:rPr>
              <a:t>경제 성장 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Week 01</a:t>
            </a:r>
            <a:endParaRPr lang="ko-KR" altLang="en-US" sz="4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25B6F0-1E87-4AC5-9D36-FC1DACF29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590" y="1599581"/>
            <a:ext cx="2041769" cy="20417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323767-B517-4437-AD29-8AF708FC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275522"/>
              </p:ext>
            </p:extLst>
          </p:nvPr>
        </p:nvGraphicFramePr>
        <p:xfrm>
          <a:off x="367145" y="1190913"/>
          <a:ext cx="8333511" cy="296672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001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</a:t>
                      </a:r>
                      <a:r>
                        <a:rPr lang="en-US" altLang="ko-KR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it’s time for us to focus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on </a:t>
                      </a:r>
                      <a:r>
                        <a:rPr lang="en-US" altLang="ko-KR" sz="1000" dirty="0"/>
                        <a:t>distribution of wealth. Growth alone doesn’t make our livelihood any better.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Well, we still have to </a:t>
                      </a:r>
                      <a:r>
                        <a:rPr lang="en-US" altLang="ko-KR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grow the pie</a:t>
                      </a:r>
                      <a:r>
                        <a:rPr lang="en-US" altLang="ko-KR" sz="1000" dirty="0"/>
                        <a:t>. Then everyone can have a bigger piece of the pie for themselves.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still have to grow the economy.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still have to grow the pie.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002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to focus less on making corporations rich but more on even distribution of wealth.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way I see it, they’re </a:t>
                      </a:r>
                      <a:r>
                        <a:rPr lang="en-US" altLang="ko-KR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two sides of the same coin</a:t>
                      </a:r>
                      <a:r>
                        <a:rPr lang="en-US" altLang="ko-KR" sz="1000" dirty="0"/>
                        <a:t>, since you can’t do one without the other.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Growth and distribution are closely related.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Growth and distribution are </a:t>
                      </a:r>
                      <a:r>
                        <a:rPr lang="en-US" altLang="ko-KR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two sides of the same coin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269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863164"/>
              </p:ext>
            </p:extLst>
          </p:nvPr>
        </p:nvGraphicFramePr>
        <p:xfrm>
          <a:off x="367145" y="1190913"/>
          <a:ext cx="8333511" cy="148336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003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Now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that the shipbuilding industry is stagnating, our economy hasn’t been doing so well.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to find a new </a:t>
                      </a:r>
                      <a:r>
                        <a:rPr lang="en-US" altLang="ko-KR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growth engine</a:t>
                      </a:r>
                      <a:r>
                        <a:rPr lang="en-US" altLang="ko-KR" sz="1000" dirty="0"/>
                        <a:t> to get it up and running again.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to find a new opportunity to get the economy running again.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We need to find a new growth engine to get the economy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3C770B4A-7B0A-47AF-B2BA-BBD40DEAA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35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43187A-7D06-40F6-8B80-8FBE7522F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1D6B9B4-C986-BA95-5490-D90FF3A93B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172"/>
          <a:stretch/>
        </p:blipFill>
        <p:spPr>
          <a:xfrm>
            <a:off x="383948" y="1102697"/>
            <a:ext cx="3111991" cy="351023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8EAB1FA7-7980-C0C7-E651-DF4661CBE81E}"/>
              </a:ext>
            </a:extLst>
          </p:cNvPr>
          <p:cNvGrpSpPr/>
          <p:nvPr/>
        </p:nvGrpSpPr>
        <p:grpSpPr>
          <a:xfrm>
            <a:off x="5162972" y="1102697"/>
            <a:ext cx="2725507" cy="3867684"/>
            <a:chOff x="5162972" y="1102697"/>
            <a:chExt cx="2725507" cy="386768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12A4A05-27BC-5A64-E631-41AD8919C7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50125"/>
            <a:stretch/>
          </p:blipFill>
          <p:spPr>
            <a:xfrm>
              <a:off x="5168024" y="1102697"/>
              <a:ext cx="2720455" cy="3864387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484423C-8899-4BDE-0B02-2EC8457A9E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49969"/>
            <a:stretch/>
          </p:blipFill>
          <p:spPr>
            <a:xfrm>
              <a:off x="5162972" y="4084310"/>
              <a:ext cx="2721600" cy="8860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2214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1194A5-51F4-F1B4-6117-163FEADE23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746"/>
          <a:stretch/>
        </p:blipFill>
        <p:spPr>
          <a:xfrm>
            <a:off x="370128" y="1089180"/>
            <a:ext cx="2994459" cy="386438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7B25ADD-FEAF-4C5B-E278-2B2722E25B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165"/>
          <a:stretch/>
        </p:blipFill>
        <p:spPr>
          <a:xfrm>
            <a:off x="5179949" y="1089180"/>
            <a:ext cx="3039548" cy="351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05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879527E-6476-405E-AE2A-29A0D037C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775" y="1261200"/>
            <a:ext cx="7066500" cy="2270102"/>
          </a:xfrm>
        </p:spPr>
        <p:txBody>
          <a:bodyPr/>
          <a:lstStyle/>
          <a:p>
            <a:r>
              <a:rPr lang="en-US" altLang="ko-KR" dirty="0"/>
              <a:t>To </a:t>
            </a:r>
            <a:r>
              <a:rPr lang="ko-KR" altLang="en-US" dirty="0"/>
              <a:t>부정사의 의미상의 주어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1200" dirty="0"/>
              <a:t>I think </a:t>
            </a:r>
            <a:r>
              <a:rPr lang="en-US" altLang="ko-KR" sz="1200" b="1" dirty="0">
                <a:solidFill>
                  <a:schemeClr val="accent6">
                    <a:lumMod val="75000"/>
                  </a:schemeClr>
                </a:solidFill>
              </a:rPr>
              <a:t>it’s time for us to focus </a:t>
            </a: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on </a:t>
            </a:r>
            <a:r>
              <a:rPr lang="en-US" altLang="ko-KR" sz="1200" dirty="0"/>
              <a:t>distribution of wealth. Growth alone doesn’t make our livelihood any better.</a:t>
            </a:r>
            <a:endParaRPr lang="ko-KR" altLang="en-US" sz="1200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8899909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3811</TotalTime>
  <Words>575</Words>
  <Application>Microsoft Office PowerPoint</Application>
  <PresentationFormat>화면 슬라이드 쇼(16:9)</PresentationFormat>
  <Paragraphs>92</Paragraphs>
  <Slides>13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Arial</vt:lpstr>
      <vt:lpstr>Calibri</vt:lpstr>
      <vt:lpstr>HY헤드라인M</vt:lpstr>
      <vt:lpstr>맑은 고딕</vt:lpstr>
      <vt:lpstr>Righteous</vt:lpstr>
      <vt:lpstr>Open Sans</vt:lpstr>
      <vt:lpstr>Tahoma</vt:lpstr>
      <vt:lpstr>Wingdings</vt:lpstr>
      <vt:lpstr>TOWN HALL BUSINESS PLAN</vt:lpstr>
      <vt:lpstr>외국어 시험 대체 강좌 &gt; 시사영어 </vt:lpstr>
      <vt:lpstr>Table of Contents</vt:lpstr>
      <vt:lpstr>오리엔테이션</vt:lpstr>
      <vt:lpstr>1. 개요</vt:lpstr>
      <vt:lpstr>2. 학습내용</vt:lpstr>
      <vt:lpstr>3. 수업 중 실습 및 발표</vt:lpstr>
      <vt:lpstr>5. Naver 단어장 </vt:lpstr>
      <vt:lpstr>경제</vt:lpstr>
      <vt:lpstr>1. Key Expressions </vt:lpstr>
      <vt:lpstr>1. Key Expressions </vt:lpstr>
      <vt:lpstr>2. Word List </vt:lpstr>
      <vt:lpstr>2. Word List </vt:lpstr>
      <vt:lpstr>3. Grammar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user</cp:lastModifiedBy>
  <cp:revision>69</cp:revision>
  <dcterms:modified xsi:type="dcterms:W3CDTF">2023-12-26T07:25:20Z</dcterms:modified>
</cp:coreProperties>
</file>