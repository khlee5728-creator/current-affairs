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81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12/28/2023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21.png"/><Relationship Id="rId17" Type="http://schemas.openxmlformats.org/officeDocument/2006/relationships/image" Target="../media/image26.png"/><Relationship Id="rId2" Type="http://schemas.openxmlformats.org/officeDocument/2006/relationships/image" Target="../media/image1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0.png"/><Relationship Id="rId5" Type="http://schemas.openxmlformats.org/officeDocument/2006/relationships/image" Target="../media/image9.png"/><Relationship Id="rId15" Type="http://schemas.openxmlformats.org/officeDocument/2006/relationships/image" Target="../media/image24.pn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9.png"/><Relationship Id="rId3" Type="http://schemas.openxmlformats.org/officeDocument/2006/relationships/image" Target="../media/image2.png"/><Relationship Id="rId7" Type="http://schemas.openxmlformats.org/officeDocument/2006/relationships/image" Target="../media/image12.png"/><Relationship Id="rId12" Type="http://schemas.openxmlformats.org/officeDocument/2006/relationships/image" Target="../media/image28.png"/><Relationship Id="rId17" Type="http://schemas.openxmlformats.org/officeDocument/2006/relationships/image" Target="../media/image33.png"/><Relationship Id="rId2" Type="http://schemas.openxmlformats.org/officeDocument/2006/relationships/image" Target="../media/image1.png"/><Relationship Id="rId16" Type="http://schemas.openxmlformats.org/officeDocument/2006/relationships/image" Target="../media/image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7.png"/><Relationship Id="rId5" Type="http://schemas.openxmlformats.org/officeDocument/2006/relationships/image" Target="../media/image9.png"/><Relationship Id="rId15" Type="http://schemas.openxmlformats.org/officeDocument/2006/relationships/image" Target="../media/image31.png"/><Relationship Id="rId10" Type="http://schemas.openxmlformats.org/officeDocument/2006/relationships/image" Target="../media/image17.png"/><Relationship Id="rId4" Type="http://schemas.openxmlformats.org/officeDocument/2006/relationships/image" Target="../media/image8.png"/><Relationship Id="rId9" Type="http://schemas.openxmlformats.org/officeDocument/2006/relationships/image" Target="../media/image14.png"/><Relationship Id="rId14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35.png"/><Relationship Id="rId12" Type="http://schemas.openxmlformats.org/officeDocument/2006/relationships/image" Target="../media/image16.png"/><Relationship Id="rId17" Type="http://schemas.openxmlformats.org/officeDocument/2006/relationships/image" Target="../media/image39.png"/><Relationship Id="rId2" Type="http://schemas.openxmlformats.org/officeDocument/2006/relationships/image" Target="../media/image1.png"/><Relationship Id="rId16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37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9.png"/><Relationship Id="rId14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58282" y="5237113"/>
            <a:ext cx="17368582" cy="38218"/>
            <a:chOff x="458282" y="5237113"/>
            <a:chExt cx="17368582" cy="382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82" y="5237113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35002" y="6958130"/>
            <a:ext cx="17368582" cy="38218"/>
            <a:chOff x="435002" y="6958130"/>
            <a:chExt cx="17368582" cy="3821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5002" y="6958130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481846" y="3000746"/>
            <a:ext cx="17368582" cy="38218"/>
            <a:chOff x="481846" y="3000746"/>
            <a:chExt cx="17368582" cy="3821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81846" y="3000746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16325634" y="3715725"/>
            <a:ext cx="1839185" cy="786251"/>
            <a:chOff x="16325634" y="3715725"/>
            <a:chExt cx="1839185" cy="786251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5400000">
              <a:off x="16325634" y="3715725"/>
              <a:ext cx="1839185" cy="786251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1749333" y="3000746"/>
            <a:ext cx="3354232" cy="2236367"/>
            <a:chOff x="1749333" y="3000746"/>
            <a:chExt cx="3354232" cy="2236367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49333" y="3000746"/>
              <a:ext cx="3354232" cy="2236367"/>
            </a:xfrm>
            <a:prstGeom prst="rect">
              <a:avLst/>
            </a:prstGeom>
          </p:spPr>
        </p:pic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396616" y="1771894"/>
            <a:ext cx="5363814" cy="1478977"/>
          </a:xfrm>
          <a:prstGeom prst="rect">
            <a:avLst/>
          </a:prstGeom>
        </p:spPr>
      </p:pic>
      <p:pic>
        <p:nvPicPr>
          <p:cNvPr id="21" name="Object 2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-2362662" y="3339166"/>
            <a:ext cx="18601517" cy="2410450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-852756" y="5346275"/>
            <a:ext cx="18028015" cy="199400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58566" y="1848337"/>
            <a:ext cx="17368582" cy="38218"/>
            <a:chOff x="458566" y="1848337"/>
            <a:chExt cx="17368582" cy="382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1848337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282" y="569398"/>
            <a:ext cx="17368582" cy="38218"/>
            <a:chOff x="458282" y="569398"/>
            <a:chExt cx="17368582" cy="3821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82" y="569398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6838237" y="967558"/>
            <a:ext cx="719825" cy="437498"/>
            <a:chOff x="16838237" y="967558"/>
            <a:chExt cx="719825" cy="43749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5400000">
              <a:off x="16838237" y="967558"/>
              <a:ext cx="719825" cy="43749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4152" y="569398"/>
            <a:ext cx="1918227" cy="1278940"/>
            <a:chOff x="464152" y="569398"/>
            <a:chExt cx="1918227" cy="12789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52" y="569398"/>
              <a:ext cx="1918227" cy="12789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58566" y="4202649"/>
            <a:ext cx="8022310" cy="5032709"/>
            <a:chOff x="458566" y="4202649"/>
            <a:chExt cx="8022310" cy="5032709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8566" y="4202649"/>
              <a:ext cx="8022310" cy="5032709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58566" y="3921324"/>
            <a:ext cx="17368582" cy="38218"/>
            <a:chOff x="458566" y="3921324"/>
            <a:chExt cx="17368582" cy="38218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3921324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9446327" y="4538508"/>
            <a:ext cx="7264675" cy="4720415"/>
            <a:chOff x="9446327" y="4538508"/>
            <a:chExt cx="7264675" cy="4720415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446327" y="4538508"/>
              <a:ext cx="7264675" cy="4720415"/>
            </a:xfrm>
            <a:prstGeom prst="rect">
              <a:avLst/>
            </a:prstGeom>
          </p:spPr>
        </p:pic>
      </p:grpSp>
      <p:pic>
        <p:nvPicPr>
          <p:cNvPr id="26" name="Object 2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24019" y="66329"/>
            <a:ext cx="2789824" cy="781748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52337" y="399948"/>
            <a:ext cx="16471072" cy="1994007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8369" y="1686309"/>
            <a:ext cx="17824052" cy="1470145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4689073" y="9602645"/>
            <a:ext cx="16914176" cy="734345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38168" y="3125788"/>
            <a:ext cx="19862338" cy="1060716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540466" y="2512250"/>
            <a:ext cx="20223138" cy="9914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58566" y="1848337"/>
            <a:ext cx="17368582" cy="38218"/>
            <a:chOff x="458566" y="1848337"/>
            <a:chExt cx="17368582" cy="382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1848337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282" y="569398"/>
            <a:ext cx="17368582" cy="38218"/>
            <a:chOff x="458282" y="569398"/>
            <a:chExt cx="17368582" cy="3821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82" y="569398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6838237" y="967558"/>
            <a:ext cx="719825" cy="437498"/>
            <a:chOff x="16838237" y="967558"/>
            <a:chExt cx="719825" cy="43749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5400000">
              <a:off x="16838237" y="967558"/>
              <a:ext cx="719825" cy="43749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4152" y="569398"/>
            <a:ext cx="1918227" cy="1278940"/>
            <a:chOff x="464152" y="569398"/>
            <a:chExt cx="1918227" cy="12789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52" y="569398"/>
              <a:ext cx="1918227" cy="12789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58566" y="3244546"/>
            <a:ext cx="17368582" cy="38218"/>
            <a:chOff x="458566" y="3244546"/>
            <a:chExt cx="17368582" cy="3821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3244546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51669" y="9050384"/>
            <a:ext cx="17382376" cy="939927"/>
            <a:chOff x="451669" y="9050384"/>
            <a:chExt cx="17382376" cy="93992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669" y="9050384"/>
              <a:ext cx="17382376" cy="939927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4019" y="66329"/>
            <a:ext cx="2789824" cy="781748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52337" y="399948"/>
            <a:ext cx="16470796" cy="1994007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8369" y="1686309"/>
            <a:ext cx="17824052" cy="1470145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2540466" y="2512250"/>
            <a:ext cx="20223138" cy="991488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47925" y="3564065"/>
            <a:ext cx="18400043" cy="1705069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79830" y="4875607"/>
            <a:ext cx="17069938" cy="990764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47925" y="5888662"/>
            <a:ext cx="16770710" cy="1320716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79829" y="6800463"/>
            <a:ext cx="16727110" cy="679097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47925" y="7412923"/>
            <a:ext cx="16941014" cy="132071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79830" y="8324724"/>
            <a:ext cx="12620148" cy="67909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686798" y="9183845"/>
            <a:ext cx="15515422" cy="8749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58566" y="1848337"/>
            <a:ext cx="17368582" cy="38218"/>
            <a:chOff x="458566" y="1848337"/>
            <a:chExt cx="17368582" cy="382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1848337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282" y="569398"/>
            <a:ext cx="17368582" cy="38218"/>
            <a:chOff x="458282" y="569398"/>
            <a:chExt cx="17368582" cy="3821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82" y="569398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6838237" y="967558"/>
            <a:ext cx="719825" cy="437498"/>
            <a:chOff x="16838237" y="967558"/>
            <a:chExt cx="719825" cy="43749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5400000">
              <a:off x="16838237" y="967558"/>
              <a:ext cx="719825" cy="43749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4152" y="569398"/>
            <a:ext cx="1918227" cy="1278940"/>
            <a:chOff x="464152" y="569398"/>
            <a:chExt cx="1918227" cy="12789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52" y="569398"/>
              <a:ext cx="1918227" cy="12789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58566" y="3244546"/>
            <a:ext cx="17368582" cy="38218"/>
            <a:chOff x="458566" y="3244546"/>
            <a:chExt cx="17368582" cy="3821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3244546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451669" y="9050384"/>
            <a:ext cx="17382376" cy="939927"/>
            <a:chOff x="451669" y="9050384"/>
            <a:chExt cx="17382376" cy="939927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51669" y="9050384"/>
              <a:ext cx="17382376" cy="939927"/>
            </a:xfrm>
            <a:prstGeom prst="rect">
              <a:avLst/>
            </a:prstGeom>
          </p:spPr>
        </p:pic>
      </p:grpSp>
      <p:pic>
        <p:nvPicPr>
          <p:cNvPr id="23" name="Object 22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424019" y="66329"/>
            <a:ext cx="2789824" cy="781748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52337" y="399948"/>
            <a:ext cx="16470796" cy="1994007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08369" y="1686309"/>
            <a:ext cx="17824052" cy="1470145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-2540466" y="2512250"/>
            <a:ext cx="20223138" cy="991488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356972" y="3580997"/>
            <a:ext cx="15949748" cy="1278383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79829" y="4561264"/>
            <a:ext cx="17040138" cy="990764"/>
          </a:xfrm>
          <a:prstGeom prst="rect">
            <a:avLst/>
          </a:prstGeom>
        </p:spPr>
      </p:pic>
      <p:pic>
        <p:nvPicPr>
          <p:cNvPr id="29" name="Object 28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347925" y="5570479"/>
            <a:ext cx="16660538" cy="1320716"/>
          </a:xfrm>
          <a:prstGeom prst="rect">
            <a:avLst/>
          </a:prstGeom>
        </p:spPr>
      </p:pic>
      <p:pic>
        <p:nvPicPr>
          <p:cNvPr id="30" name="Object 29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379829" y="6482283"/>
            <a:ext cx="14939129" cy="679097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347925" y="7295101"/>
            <a:ext cx="16362710" cy="132071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379830" y="8206901"/>
            <a:ext cx="16618224" cy="679097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38366" y="9183849"/>
            <a:ext cx="8357402" cy="8749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29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0" y="0"/>
            <a:ext cx="18285714" cy="10285714"/>
            <a:chOff x="0" y="0"/>
            <a:chExt cx="18285714" cy="1028571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8285714" cy="1028571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58566" y="1848337"/>
            <a:ext cx="17368582" cy="38218"/>
            <a:chOff x="458566" y="1848337"/>
            <a:chExt cx="17368582" cy="38218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1848337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58282" y="569398"/>
            <a:ext cx="17368582" cy="38218"/>
            <a:chOff x="458282" y="569398"/>
            <a:chExt cx="17368582" cy="38218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282" y="569398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16838237" y="967558"/>
            <a:ext cx="719825" cy="437498"/>
            <a:chOff x="16838237" y="967558"/>
            <a:chExt cx="719825" cy="437498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 rot="-5400000">
              <a:off x="16838237" y="967558"/>
              <a:ext cx="719825" cy="437498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464152" y="569398"/>
            <a:ext cx="1918227" cy="1278940"/>
            <a:chOff x="464152" y="569398"/>
            <a:chExt cx="1918227" cy="1278940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64152" y="569398"/>
              <a:ext cx="1918227" cy="1278940"/>
            </a:xfrm>
            <a:prstGeom prst="rect">
              <a:avLst/>
            </a:prstGeom>
          </p:spPr>
        </p:pic>
      </p:grpSp>
      <p:grpSp>
        <p:nvGrpSpPr>
          <p:cNvPr id="1006" name="그룹 1006"/>
          <p:cNvGrpSpPr/>
          <p:nvPr/>
        </p:nvGrpSpPr>
        <p:grpSpPr>
          <a:xfrm>
            <a:off x="458566" y="4086273"/>
            <a:ext cx="17368582" cy="38218"/>
            <a:chOff x="458566" y="4086273"/>
            <a:chExt cx="17368582" cy="38218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58566" y="4086273"/>
              <a:ext cx="17368582" cy="38218"/>
            </a:xfrm>
            <a:prstGeom prst="rect">
              <a:avLst/>
            </a:prstGeom>
          </p:spPr>
        </p:pic>
      </p:grpSp>
      <p:grpSp>
        <p:nvGrpSpPr>
          <p:cNvPr id="1007" name="그룹 1007"/>
          <p:cNvGrpSpPr/>
          <p:nvPr/>
        </p:nvGrpSpPr>
        <p:grpSpPr>
          <a:xfrm>
            <a:off x="528975" y="4867638"/>
            <a:ext cx="8058910" cy="4215131"/>
            <a:chOff x="528975" y="4867638"/>
            <a:chExt cx="8058910" cy="4215131"/>
          </a:xfrm>
        </p:grpSpPr>
        <p:pic>
          <p:nvPicPr>
            <p:cNvPr id="21" name="Object 2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528975" y="4867638"/>
              <a:ext cx="8058910" cy="4215131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511280" y="5806017"/>
            <a:ext cx="8054942" cy="193661"/>
            <a:chOff x="511280" y="5806017"/>
            <a:chExt cx="8054942" cy="193661"/>
          </a:xfrm>
        </p:grpSpPr>
        <p:pic>
          <p:nvPicPr>
            <p:cNvPr id="24" name="Object 2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11280" y="5806017"/>
              <a:ext cx="8054942" cy="193661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9142857" y="4867638"/>
            <a:ext cx="8058910" cy="4215131"/>
            <a:chOff x="9142857" y="4867638"/>
            <a:chExt cx="8058910" cy="4215131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142857" y="4867638"/>
              <a:ext cx="8058910" cy="4215131"/>
            </a:xfrm>
            <a:prstGeom prst="rect">
              <a:avLst/>
            </a:prstGeom>
          </p:spPr>
        </p:pic>
      </p:grpSp>
      <p:grpSp>
        <p:nvGrpSpPr>
          <p:cNvPr id="1010" name="그룹 1010"/>
          <p:cNvGrpSpPr/>
          <p:nvPr/>
        </p:nvGrpSpPr>
        <p:grpSpPr>
          <a:xfrm>
            <a:off x="9142857" y="5806017"/>
            <a:ext cx="8054942" cy="193661"/>
            <a:chOff x="9142857" y="5806017"/>
            <a:chExt cx="8054942" cy="193661"/>
          </a:xfrm>
        </p:grpSpPr>
        <p:pic>
          <p:nvPicPr>
            <p:cNvPr id="30" name="Object 2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142857" y="5806017"/>
              <a:ext cx="8054942" cy="193661"/>
            </a:xfrm>
            <a:prstGeom prst="rect">
              <a:avLst/>
            </a:prstGeom>
          </p:spPr>
        </p:pic>
      </p:grpSp>
      <p:pic>
        <p:nvPicPr>
          <p:cNvPr id="32" name="Object 3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424019" y="66329"/>
            <a:ext cx="2789824" cy="78174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52337" y="399948"/>
            <a:ext cx="16470796" cy="1994007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208369" y="1686309"/>
            <a:ext cx="17824052" cy="1470145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-4217792" y="3475960"/>
            <a:ext cx="16914176" cy="734345"/>
          </a:xfrm>
          <a:prstGeom prst="rect">
            <a:avLst/>
          </a:prstGeom>
        </p:spPr>
      </p:pic>
      <p:pic>
        <p:nvPicPr>
          <p:cNvPr id="36" name="Object 35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3038168" y="3125788"/>
            <a:ext cx="19862338" cy="1060716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-2540466" y="2512250"/>
            <a:ext cx="20223138" cy="991488"/>
          </a:xfrm>
          <a:prstGeom prst="rect">
            <a:avLst/>
          </a:prstGeom>
        </p:spPr>
      </p:pic>
      <p:pic>
        <p:nvPicPr>
          <p:cNvPr id="38" name="Object 37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835066" y="6259168"/>
            <a:ext cx="7575566" cy="2365011"/>
          </a:xfrm>
          <a:prstGeom prst="rect">
            <a:avLst/>
          </a:prstGeom>
        </p:spPr>
      </p:pic>
      <p:pic>
        <p:nvPicPr>
          <p:cNvPr id="39" name="Object 38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-9338974" y="5007150"/>
            <a:ext cx="21034004" cy="1057449"/>
          </a:xfrm>
          <a:prstGeom prst="rect">
            <a:avLst/>
          </a:prstGeom>
        </p:spPr>
      </p:pic>
      <p:pic>
        <p:nvPicPr>
          <p:cNvPr id="40" name="Object 3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-326194" y="5007150"/>
            <a:ext cx="21070166" cy="1057449"/>
          </a:xfrm>
          <a:prstGeom prst="rect">
            <a:avLst/>
          </a:prstGeom>
        </p:spPr>
      </p:pic>
      <p:pic>
        <p:nvPicPr>
          <p:cNvPr id="41" name="Object 4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9628551" y="6448928"/>
            <a:ext cx="7561813" cy="19854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사용자 지정</PresentationFormat>
  <Paragraphs>0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user</cp:lastModifiedBy>
  <cp:revision>5</cp:revision>
  <dcterms:created xsi:type="dcterms:W3CDTF">2023-12-18T05:04:20Z</dcterms:created>
  <dcterms:modified xsi:type="dcterms:W3CDTF">2023-12-28T05:47:36Z</dcterms:modified>
</cp:coreProperties>
</file>