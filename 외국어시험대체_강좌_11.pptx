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2"/>
  </p:notesMasterIdLst>
  <p:sldIdLst>
    <p:sldId id="256" r:id="rId2"/>
    <p:sldId id="279" r:id="rId3"/>
    <p:sldId id="261" r:id="rId4"/>
    <p:sldId id="466" r:id="rId5"/>
    <p:sldId id="467" r:id="rId6"/>
    <p:sldId id="378" r:id="rId7"/>
    <p:sldId id="420" r:id="rId8"/>
    <p:sldId id="438" r:id="rId9"/>
    <p:sldId id="448" r:id="rId10"/>
    <p:sldId id="468" r:id="rId11"/>
    <p:sldId id="434" r:id="rId12"/>
    <p:sldId id="309" r:id="rId13"/>
    <p:sldId id="389" r:id="rId14"/>
    <p:sldId id="412" r:id="rId15"/>
    <p:sldId id="464" r:id="rId16"/>
    <p:sldId id="441" r:id="rId17"/>
    <p:sldId id="458" r:id="rId18"/>
    <p:sldId id="457" r:id="rId19"/>
    <p:sldId id="465" r:id="rId20"/>
    <p:sldId id="459" r:id="rId21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Righteous" panose="020B0600000101010101" charset="0"/>
      <p:regular r:id="rId28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9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18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18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사회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다문화 </a:t>
            </a:r>
            <a:r>
              <a:rPr lang="en-US" altLang="ko-KR" b="1" dirty="0"/>
              <a:t>/ </a:t>
            </a:r>
            <a:r>
              <a:rPr lang="ko-KR" altLang="en-US" b="1" dirty="0"/>
              <a:t>동성애 </a:t>
            </a:r>
            <a:r>
              <a:rPr lang="en-US" altLang="ko-KR" b="1" dirty="0"/>
              <a:t>/ </a:t>
            </a:r>
            <a:r>
              <a:rPr lang="ko-KR" altLang="en-US" b="1"/>
              <a:t>성형 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비교급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3.2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최상급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사회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다문화 </a:t>
            </a:r>
            <a:r>
              <a:rPr lang="en-US" altLang="ko-KR" dirty="0"/>
              <a:t>/ </a:t>
            </a:r>
            <a:r>
              <a:rPr lang="ko-KR" altLang="en-US" dirty="0"/>
              <a:t>동성애 </a:t>
            </a:r>
            <a:r>
              <a:rPr lang="en-US" altLang="ko-KR" dirty="0"/>
              <a:t>/ </a:t>
            </a:r>
            <a:r>
              <a:rPr lang="ko-KR" altLang="en-US" dirty="0"/>
              <a:t>성형 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11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belief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homogeneous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seems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hinder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opening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their minds to multiculturalism.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that’s just a myth. There’s no </a:t>
                      </a:r>
                      <a:r>
                        <a:rPr lang="en-US" altLang="ko-KR" sz="1000"/>
                        <a:t>such thing </a:t>
                      </a:r>
                      <a:r>
                        <a:rPr lang="en-US" altLang="ko-KR" sz="1000" dirty="0"/>
                        <a:t>as an ethnically pure nation in today’s world.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단일민족국가라고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an myth that Koreans share the same blood.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 myth that Korea is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homogeneous</a:t>
                      </a:r>
                      <a:r>
                        <a:rPr lang="en-US" altLang="ko-KR" sz="1000" dirty="0"/>
                        <a:t> nation.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still needs to be a stronger government commitment to make sure foreign residents are equally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represented</a:t>
                      </a:r>
                      <a:r>
                        <a:rPr lang="en-US" altLang="ko-KR" sz="1000" dirty="0"/>
                        <a:t> and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heard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expats say they don’t have channels through which to voice opinions about their lives in 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의견이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반영된다고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Opinions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foreign residents should be accepted.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Foreign residents should be equally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represented</a:t>
                      </a:r>
                      <a:r>
                        <a:rPr lang="en-US" altLang="ko-KR" sz="1000" dirty="0"/>
                        <a:t> and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heard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다문화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8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Korea should be transformed into a multi-cultural society that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displays tolerance </a:t>
                      </a:r>
                      <a:r>
                        <a:rPr lang="en-US" altLang="ko-KR" sz="1000" dirty="0"/>
                        <a:t>and cultural diversity.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 you really think so? I think most Korean still prefer to remain as a homogeneous nation.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관용을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 be transformed into a multi-cultural society that understands cultural diversity.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should be transformed into a multi-cultural society that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displays tolerance </a:t>
                      </a:r>
                      <a:r>
                        <a:rPr lang="en-US" altLang="ko-KR" sz="1000" dirty="0"/>
                        <a:t>and cultural diversity.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 society has truly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 salad bowl</a:t>
                      </a:r>
                      <a:r>
                        <a:rPr lang="en-US" altLang="ko-KR" sz="1000" dirty="0"/>
                        <a:t>, with the recent influx of immigrants.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Yes, but I think many will need time to adjust.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미국에서 다양한 문화가 공존한다고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 has truly become multi-cultural, with the recent influx of immigrants.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 society has truly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 salad bowl</a:t>
                      </a:r>
                      <a:r>
                        <a:rPr lang="en-US" altLang="ko-KR" sz="1000" dirty="0"/>
                        <a:t>, with the recent influx of immigrants.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다문화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2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338535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Family is the basic unit of our society. How would a same-sex couple give birth to a child when married?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also cannot accept homosexuality, as it fundamentally conflicts with my religious and family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values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종교와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가족에 대한 가치관과 충돌한다고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Homosexuality fundamentally conflicts with my beliefs about religion and family.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Homosexuality fundamentally conflicts with my religious and family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values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still controversial whether sexual orientation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biological</a:t>
                      </a:r>
                      <a:r>
                        <a:rPr lang="en-US" altLang="ko-KR" sz="1000" dirty="0"/>
                        <a:t> or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chosen</a:t>
                      </a:r>
                      <a:r>
                        <a:rPr lang="en-US" altLang="ko-KR" sz="1000" dirty="0"/>
                        <a:t>, but I at least believe the ratio of those who are born homosexual is by far higher than those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who </a:t>
                      </a:r>
                      <a:r>
                        <a:rPr lang="en-US" altLang="ko-KR" sz="1000" dirty="0"/>
                        <a:t>choose to be so.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why people shouldn’t be discriminated against for a preference they had no decision over.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동성애가 선천적인지 후천적인지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Sexual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orientation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decided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either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before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after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birth.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Sexual orientation can be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biological </a:t>
                      </a:r>
                      <a:r>
                        <a:rPr lang="en-US" altLang="ko-KR" sz="1000" dirty="0"/>
                        <a:t>or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chosen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동성애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81B05-91C5-D6D3-4D4A-340CCC98D3BE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복수형 </a:t>
            </a:r>
            <a:r>
              <a:rPr lang="en-US" altLang="ko-KR" sz="1000" dirty="0"/>
              <a:t>values </a:t>
            </a:r>
            <a:r>
              <a:rPr lang="ko-KR" altLang="en-US" sz="1000" dirty="0"/>
              <a:t>가치관</a:t>
            </a:r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765645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ratio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homosexuals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lower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countries.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Homosexuals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simply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closeted</a:t>
                      </a:r>
                      <a:r>
                        <a:rPr lang="en-US" altLang="ko-KR" sz="1000" dirty="0"/>
                        <a:t>.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With all the negative views in society, it’s no wonder so many are afraid to come out of the closet.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자신의 성 정체성을 숨긴다고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Homosexuals in Korea tend to hide their sexual orientation.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Homosexuals in Korea tend to be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closeted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D5806-B2F5-1B08-BEFE-6AC43CA982A3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동성애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C6F477-27FF-4177-8077-B08467F9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785002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Having some work done </a:t>
                      </a:r>
                      <a:r>
                        <a:rPr lang="en-US" altLang="ko-KR" sz="1000" dirty="0"/>
                        <a:t>on one’s eyes and nose isn’t considered as having a serious plastic surgery in Korea now.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wonder how plastic surgery became so popular specifically in this country.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성형수술을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Having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plastic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surgery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eyes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isn’t considered seriously.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Having some work done </a:t>
                      </a:r>
                      <a:r>
                        <a:rPr lang="en-US" altLang="ko-KR" sz="1000" dirty="0"/>
                        <a:t>on one’s eyes and nose isn’t considered seriously.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There’s a wide variety of cosmetic procedures available in 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know. Most women here are tempted to get at least a little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touch-up</a:t>
                      </a:r>
                      <a:r>
                        <a:rPr lang="en-US" altLang="ko-KR" sz="1000" dirty="0"/>
                        <a:t> on their faces.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가벼운 성형을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Most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 here are tempted to get at least a minor plastic surgery on their faces.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Most women here are tempted to get at least a little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touch-up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on their faces.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성형</a:t>
            </a:r>
            <a:r>
              <a:rPr lang="en-US" altLang="ko-KR" sz="1600" dirty="0"/>
              <a:t>, </a:t>
            </a:r>
            <a:r>
              <a:rPr lang="ko-KR" altLang="en-US" sz="1600" dirty="0"/>
              <a:t>외모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58222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ask ourselves whether this craze for physical perfection stems from discrimination based on a person’s appearance.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Yeah, I also think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superficiality</a:t>
                      </a:r>
                      <a:r>
                        <a:rPr lang="en-US" altLang="ko-KR" sz="1000" dirty="0"/>
                        <a:t> can be another form of discrimination.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겉모습만 중시하는 태도를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Excessive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emphasis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appearance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another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discrimination.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Superficiality</a:t>
                      </a:r>
                      <a:r>
                        <a:rPr lang="en-US" altLang="ko-KR" sz="1000" dirty="0"/>
                        <a:t> can be another form of discrimination.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better appearance tend to have better jobs and higher incomes. We need to accept that.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Appearance can be an asset for sure, but it shouldn’t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the most valuable asset </a:t>
                      </a:r>
                      <a:r>
                        <a:rPr lang="en-US" altLang="ko-KR" sz="1000" dirty="0"/>
                        <a:t>in a person’s whole life.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외모가 가장 중요한 것은 아니라고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Appearance shouldn’t become the most valuable thing in a person’s whole life.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Appearance shouldn’t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the most valuable asset </a:t>
                      </a:r>
                      <a:r>
                        <a:rPr lang="en-US" altLang="ko-KR" sz="1000" dirty="0"/>
                        <a:t>in a person’s whole life.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28E3A9-C183-D0F6-7110-9E993201AABA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성형</a:t>
            </a:r>
            <a:r>
              <a:rPr lang="en-US" altLang="ko-KR" sz="1600" dirty="0"/>
              <a:t>, </a:t>
            </a:r>
            <a:r>
              <a:rPr lang="ko-KR" altLang="en-US" sz="1600" dirty="0"/>
              <a:t>외모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13591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D879A3E-1A6F-D766-0B32-4C28A4F9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A84AA3-22FF-C23C-F3C8-5141D8DCF8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50" r="50000"/>
          <a:stretch/>
        </p:blipFill>
        <p:spPr>
          <a:xfrm>
            <a:off x="194865" y="1109843"/>
            <a:ext cx="3072845" cy="31707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89895A-A140-3D83-BB2E-B0674D0A35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516159" y="1093266"/>
            <a:ext cx="3164980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4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F6E612-2108-1F98-61E3-526876DD84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72660" y="1081822"/>
            <a:ext cx="3718310" cy="385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0B6041-A376-89A0-F3FE-B71EA520AD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529518" y="1081822"/>
            <a:ext cx="3479380" cy="372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637A3F5-5930-4515-E082-FB23C3D8E1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30640" y="1074947"/>
            <a:ext cx="3165962" cy="38643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7655C9-3532-E9E0-1C92-60C69A0DB8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 b="45326"/>
          <a:stretch/>
        </p:blipFill>
        <p:spPr>
          <a:xfrm>
            <a:off x="4501233" y="1102866"/>
            <a:ext cx="2654106" cy="218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비교급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39967" y="1001928"/>
            <a:ext cx="8664066" cy="3873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원급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비교에서는 비교대상 앞에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as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쓰지만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(comparative)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에서는 비교대상 앞에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than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씁니다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형용사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 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than +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His house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larger than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mine.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그의 집은 내집보다 크다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(larger) + than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(mine)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are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beautiful than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 think.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너는 네가 생각하는 것보다 더 아름답다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(more beautiful) + than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 think)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thinks that winter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better than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spring.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겨울이 봄보다 낫다고 생각한다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(better) + than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(spring)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비교대상이 문맥상 명확할 때는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than +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비교대상을 생략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Could you speak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slowly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더 천천히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말해주시겠어요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(more slowly) + than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비교대상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 are speaking now)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생략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비교급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비교급 강조 부사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3459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비교급을 강조할 때는 </a:t>
            </a:r>
            <a:r>
              <a:rPr lang="ko-KR" altLang="en-US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사용하는 부사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en-US" altLang="ko-KR" sz="105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much, very much, so much, far, even, still, a lot, lots, still</a:t>
            </a:r>
            <a:endParaRPr lang="en-US" altLang="ko-KR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are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much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powerful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you realize.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너는 네가 생각하는 것보다 훨씬 더 강하다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much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(more powerful)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SSD's main advantage is that it can read data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very much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faster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traditional hard drives.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SSD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주요 장점은 기존 하드 드라이브보다 훨씬 빠르게 데이터를 읽을 수 있다는 것이다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very much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(faster)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 much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slower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me.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나보다 훨씬 느리다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 much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(slower)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looks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far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serious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이것은 훨씬 더 심각해 보인다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far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(more serious)</a:t>
            </a: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비교급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비교급 강조 부사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FE40CC-E9D1-7FD3-8232-F931E44BA8FA}"/>
              </a:ext>
            </a:extLst>
          </p:cNvPr>
          <p:cNvSpPr txBox="1"/>
          <p:nvPr/>
        </p:nvSpPr>
        <p:spPr>
          <a:xfrm>
            <a:off x="258381" y="1547782"/>
            <a:ext cx="8638073" cy="297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is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even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intelligent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me.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나보다 훨씬 더 똑똑하다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even 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(more intelligent)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3 Ways To Make Family Holidays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Lot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Cheaper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가족 휴가를 훨씬 저렴하게 만드는 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3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 방법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lot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(cheaper)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eats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lots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less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he used to.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예전보다 훨씬 덜 먹는다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lots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(less)</a:t>
            </a:r>
          </a:p>
          <a:p>
            <a:pPr algn="l">
              <a:lnSpc>
                <a:spcPct val="150000"/>
              </a:lnSpc>
            </a:pPr>
            <a:endParaRPr lang="en-US" altLang="ko-KR" sz="105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book is longer than my previous books, although it is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still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shorter</a:t>
            </a:r>
            <a:r>
              <a:rPr lang="en-US" altLang="ko-KR" sz="105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most books.</a:t>
            </a:r>
            <a:r>
              <a:rPr lang="en-US" altLang="ko-KR" sz="105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책은 대부분의 책보다 여전히 짧지만 이전 책보다는 길다</a:t>
            </a:r>
            <a:r>
              <a:rPr lang="en-US" altLang="ko-KR" sz="105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still +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(shorter)</a:t>
            </a:r>
          </a:p>
        </p:txBody>
      </p:sp>
    </p:spTree>
    <p:extLst>
      <p:ext uri="{BB962C8B-B14F-4D97-AF65-F5344CB8AC3E}">
        <p14:creationId xmlns:p14="http://schemas.microsoft.com/office/powerpoint/2010/main" val="271131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비교급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any/no +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비교급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B4A762-8512-6F20-AB11-C687A6A0CE81}"/>
              </a:ext>
            </a:extLst>
          </p:cNvPr>
          <p:cNvSpPr txBox="1"/>
          <p:nvPr/>
        </p:nvSpPr>
        <p:spPr>
          <a:xfrm>
            <a:off x="247545" y="1547294"/>
            <a:ext cx="863807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 앞에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넣어서 비교급을 강조할 수도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주로 의문문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부정문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문에서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 +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패턴을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it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colder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Seoul?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서울보다 더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추운가요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의문문에서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(colder)</a:t>
            </a: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can't wait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longer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더이상 기다릴 수 없다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부정문에서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(longer)</a:t>
            </a: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I'll see if we can go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faster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조금이라도 더 빨리 갈 수 있는지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볼께요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문에서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(faster)</a:t>
            </a:r>
          </a:p>
          <a:p>
            <a:pPr algn="l"/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비교급은 자체적으로 부정의 의미가 담겨 있으며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not at all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의미를 가지고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bigger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than I thought.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내가 생각했던 것보다 전혀 크지 않다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 bigger = not at all bigger</a:t>
            </a:r>
          </a:p>
        </p:txBody>
      </p: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2A8406B6-40CA-4A28-D0D1-9D2316CA5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1F68EF-D5D4-73F5-E245-F3FC109F7D54}"/>
              </a:ext>
            </a:extLst>
          </p:cNvPr>
          <p:cNvSpPr txBox="1"/>
          <p:nvPr/>
        </p:nvSpPr>
        <p:spPr>
          <a:xfrm>
            <a:off x="6049247" y="4887007"/>
            <a:ext cx="30947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https://www.englishcube.net/grammar_exam.php?category2=99</a:t>
            </a:r>
          </a:p>
        </p:txBody>
      </p:sp>
    </p:spTree>
    <p:extLst>
      <p:ext uri="{BB962C8B-B14F-4D97-AF65-F5344CB8AC3E}">
        <p14:creationId xmlns:p14="http://schemas.microsoft.com/office/powerpoint/2010/main" val="1779147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최상급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007502"/>
            <a:ext cx="8664066" cy="550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부사를 이용하여 특정 그룹안에서 최상이라는 의미를 나타낼 수 있습니다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특정 그룹 </a:t>
            </a:r>
            <a:r>
              <a:rPr lang="ko-KR" altLang="en-US" sz="105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3</a:t>
            </a:r>
            <a:r>
              <a:rPr lang="ko-KR" altLang="en-US" sz="105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 이상의 비교대상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E31D6AA-A3FF-3A38-A14D-6BD8A13572D9}"/>
              </a:ext>
            </a:extLst>
          </p:cNvPr>
          <p:cNvSpPr/>
          <p:nvPr/>
        </p:nvSpPr>
        <p:spPr>
          <a:xfrm>
            <a:off x="247545" y="1590303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the +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최상급 형용사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9BC82-2A9F-D3D4-EDAC-046CD817CC3C}"/>
              </a:ext>
            </a:extLst>
          </p:cNvPr>
          <p:cNvSpPr txBox="1"/>
          <p:nvPr/>
        </p:nvSpPr>
        <p:spPr>
          <a:xfrm>
            <a:off x="247545" y="1939996"/>
            <a:ext cx="8638073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 앞에는 원칙적으로 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필요합니다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tallest student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the class.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반에서 가장 키가 큰 학생이다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(tallest)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(student)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형용사를 서술적 용법으로 사용할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보어로 사용할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 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생략하기도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 tallest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the class.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반에서 가장 키가 크다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(tallest)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 tallest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정석이나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 tallest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 사용하기도 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최상급 형용사를 한정적 용법으로 사용할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앞에서 수식할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 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생략할 수 없습니다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 is using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most advanced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technology.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그것은 가장 진보 된 기술을 사용하고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(most advanced)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(technology)</a:t>
            </a:r>
          </a:p>
        </p:txBody>
      </p:sp>
    </p:spTree>
    <p:extLst>
      <p:ext uri="{BB962C8B-B14F-4D97-AF65-F5344CB8AC3E}">
        <p14:creationId xmlns:p14="http://schemas.microsoft.com/office/powerpoint/2010/main" val="1919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최상급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최상급 앞에 정관사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(the)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 오지 않는 경우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56F97-9F01-89E3-8625-128BC89A7CFB}"/>
              </a:ext>
            </a:extLst>
          </p:cNvPr>
          <p:cNvSpPr txBox="1"/>
          <p:nvPr/>
        </p:nvSpPr>
        <p:spPr>
          <a:xfrm>
            <a:off x="247545" y="1503636"/>
            <a:ext cx="8638073" cy="339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앞에는 정관사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붙이지 않아도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can run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 fastest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my class.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우리반에서 가장 빨리 달릴 수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수식하는 최상급 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(fastest)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like chocolate cake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 best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초코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케이크를 가장 좋아한다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(like)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수식하는 최상급 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(best)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최상급은 특정 그룹안에서 비교할 때 사용하는데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 대상이 없는 경우에는 정관사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사용하지 않습니다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lake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deepest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the country.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호수는 이 나라에서 가장 깊다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 대상이 특정 그룹안의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 the country)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다른 호수들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lake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deepest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at this point.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호주의 이 지점에서 가장 깊다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 대상이 없음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자신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coldest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winter.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겨울에 가장 춥다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비교 대상이 없음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자신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265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최상급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최상급 앞에 정관사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(the)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 오지 않는 경우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69F6C2-39C2-3910-9D7F-DCC9B3112E0A}"/>
              </a:ext>
            </a:extLst>
          </p:cNvPr>
          <p:cNvSpPr txBox="1"/>
          <p:nvPr/>
        </p:nvSpPr>
        <p:spPr>
          <a:xfrm>
            <a:off x="247545" y="1503636"/>
            <a:ext cx="8638073" cy="336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 앞에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소유격 한정사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오는 경우에는 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올 수 없습니다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한정사는 중복해서 사용하지 못하는데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정관사도 한정사에 포함되기 때문입니다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(</a:t>
            </a:r>
            <a:r>
              <a:rPr lang="ko-KR" altLang="en-US" sz="11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 형용사와 한정사의 차이</a:t>
            </a:r>
            <a:r>
              <a:rPr lang="en-US" altLang="ko-KR" sz="11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his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oldest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friend.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그의 가장 오래된 친구입니다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소유격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(his)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(oldest)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his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oldest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friend.</a:t>
            </a:r>
            <a:r>
              <a:rPr lang="ko-KR" altLang="en-US" sz="1100" b="1" i="0" dirty="0">
                <a:solidFill>
                  <a:srgbClr val="C8333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 is one of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our most important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problems to work on.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그것은 우리가 해결해야 할 가장 중요한 문제 중 하나이다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소유격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(our)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 형용사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(most important)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most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최상급의 의미가 아닌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대부분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의미로 쓰일 때는 앞에 정관사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오지 않습니다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like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most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sports but my favorite is football.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대부분의 스포츠를 좋아하지만 가장 좋아하는 것은 축구이다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684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최상급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최상급과 함께 사용하는 전치사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0EEE15-ED83-1196-E8AE-B164F3CC4949}"/>
              </a:ext>
            </a:extLst>
          </p:cNvPr>
          <p:cNvSpPr txBox="1"/>
          <p:nvPr/>
        </p:nvSpPr>
        <p:spPr>
          <a:xfrm>
            <a:off x="247545" y="1579547"/>
            <a:ext cx="8638074" cy="10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최상급은 특정 범위 안에서 최고라는 의미이므로 범위를 한정해 주는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in, of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등의 전치사를 함께 쓰는 경우가 많습니다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 the tallest student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class.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반에서 가장 키가 큰 학생입니다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Giraffes are the tallest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of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all land animals.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기린은 모든 육지 동물 중 가장 키가 크다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807E62FE-BADC-22BD-5846-BAB908E6A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FE9925-E19B-6116-6F5B-314AAB222F56}"/>
              </a:ext>
            </a:extLst>
          </p:cNvPr>
          <p:cNvSpPr txBox="1"/>
          <p:nvPr/>
        </p:nvSpPr>
        <p:spPr>
          <a:xfrm>
            <a:off x="5849956" y="4792720"/>
            <a:ext cx="32940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https://www.englishcube.net/grammar_exam.php?category2=187</a:t>
            </a:r>
          </a:p>
        </p:txBody>
      </p:sp>
    </p:spTree>
    <p:extLst>
      <p:ext uri="{BB962C8B-B14F-4D97-AF65-F5344CB8AC3E}">
        <p14:creationId xmlns:p14="http://schemas.microsoft.com/office/powerpoint/2010/main" val="886826861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13885</TotalTime>
  <Words>2032</Words>
  <Application>Microsoft Office PowerPoint</Application>
  <PresentationFormat>화면 슬라이드 쇼(16:9)</PresentationFormat>
  <Paragraphs>256</Paragraphs>
  <Slides>20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Calibri</vt:lpstr>
      <vt:lpstr>맑은 고딕</vt:lpstr>
      <vt:lpstr>Open Sans</vt:lpstr>
      <vt:lpstr>Arial</vt:lpstr>
      <vt:lpstr>Righteous</vt:lpstr>
      <vt:lpstr>Wingdings</vt:lpstr>
      <vt:lpstr>HY헤드라인M</vt:lpstr>
      <vt:lpstr>Symbol</vt:lpstr>
      <vt:lpstr>TOWN HALL BUSINESS PLAN</vt:lpstr>
      <vt:lpstr>외국어시험 대체 강좌 – 시사영어 </vt:lpstr>
      <vt:lpstr>Table of Contents</vt:lpstr>
      <vt:lpstr>사회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3.1 Grammar: 비교급 비교</vt:lpstr>
      <vt:lpstr>3.1 Grammar: 비교급 비교</vt:lpstr>
      <vt:lpstr>3.1 Grammar: 비교급 비교</vt:lpstr>
      <vt:lpstr>3.1 Grammar: 비교급 비교</vt:lpstr>
      <vt:lpstr>3.2 Grammar: 최상급</vt:lpstr>
      <vt:lpstr>3.2 Grammar: 최상급</vt:lpstr>
      <vt:lpstr>3.2 Grammar: 최상급</vt:lpstr>
      <vt:lpstr>3.2 Grammar: 최상급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182</cp:revision>
  <dcterms:modified xsi:type="dcterms:W3CDTF">2024-01-30T11:19:52Z</dcterms:modified>
</cp:coreProperties>
</file>