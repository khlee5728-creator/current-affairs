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4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9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8.png"/><Relationship Id="rId21" Type="http://schemas.openxmlformats.org/officeDocument/2006/relationships/image" Target="../media/image42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9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36.png"/><Relationship Id="rId10" Type="http://schemas.openxmlformats.org/officeDocument/2006/relationships/image" Target="../media/image22.png"/><Relationship Id="rId19" Type="http://schemas.openxmlformats.org/officeDocument/2006/relationships/image" Target="../media/image40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4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7" Type="http://schemas.openxmlformats.org/officeDocument/2006/relationships/image" Target="../media/image4.png"/><Relationship Id="rId12" Type="http://schemas.openxmlformats.org/officeDocument/2006/relationships/image" Target="../media/image34.png"/><Relationship Id="rId17" Type="http://schemas.openxmlformats.org/officeDocument/2006/relationships/image" Target="../media/image31.png"/><Relationship Id="rId2" Type="http://schemas.openxmlformats.org/officeDocument/2006/relationships/image" Target="../media/image9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5" Type="http://schemas.openxmlformats.org/officeDocument/2006/relationships/image" Target="../media/image46.png"/><Relationship Id="rId10" Type="http://schemas.openxmlformats.org/officeDocument/2006/relationships/image" Target="../media/image24.png"/><Relationship Id="rId19" Type="http://schemas.openxmlformats.org/officeDocument/2006/relationships/image" Target="../media/image42.png"/><Relationship Id="rId4" Type="http://schemas.openxmlformats.org/officeDocument/2006/relationships/image" Target="../media/image29.png"/><Relationship Id="rId9" Type="http://schemas.openxmlformats.org/officeDocument/2006/relationships/image" Target="../media/image22.png"/><Relationship Id="rId14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8.png"/><Relationship Id="rId18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54.png"/><Relationship Id="rId7" Type="http://schemas.openxmlformats.org/officeDocument/2006/relationships/image" Target="../media/image4.png"/><Relationship Id="rId12" Type="http://schemas.openxmlformats.org/officeDocument/2006/relationships/image" Target="../media/image34.png"/><Relationship Id="rId17" Type="http://schemas.openxmlformats.org/officeDocument/2006/relationships/image" Target="../media/image50.png"/><Relationship Id="rId2" Type="http://schemas.openxmlformats.org/officeDocument/2006/relationships/image" Target="../media/image9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33.png"/><Relationship Id="rId24" Type="http://schemas.openxmlformats.org/officeDocument/2006/relationships/image" Target="../media/image42.png"/><Relationship Id="rId5" Type="http://schemas.openxmlformats.org/officeDocument/2006/relationships/image" Target="../media/image30.png"/><Relationship Id="rId15" Type="http://schemas.openxmlformats.org/officeDocument/2006/relationships/image" Target="../media/image37.png"/><Relationship Id="rId23" Type="http://schemas.openxmlformats.org/officeDocument/2006/relationships/image" Target="../media/image43.png"/><Relationship Id="rId10" Type="http://schemas.openxmlformats.org/officeDocument/2006/relationships/image" Target="../media/image24.png"/><Relationship Id="rId19" Type="http://schemas.openxmlformats.org/officeDocument/2006/relationships/image" Target="../media/image52.png"/><Relationship Id="rId4" Type="http://schemas.openxmlformats.org/officeDocument/2006/relationships/image" Target="../media/image29.png"/><Relationship Id="rId9" Type="http://schemas.openxmlformats.org/officeDocument/2006/relationships/image" Target="../media/image22.png"/><Relationship Id="rId14" Type="http://schemas.openxmlformats.org/officeDocument/2006/relationships/image" Target="../media/image36.png"/><Relationship Id="rId22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55.png"/><Relationship Id="rId18" Type="http://schemas.openxmlformats.org/officeDocument/2006/relationships/image" Target="../media/image58.png"/><Relationship Id="rId3" Type="http://schemas.openxmlformats.org/officeDocument/2006/relationships/image" Target="../media/image28.png"/><Relationship Id="rId21" Type="http://schemas.openxmlformats.org/officeDocument/2006/relationships/image" Target="../media/image42.png"/><Relationship Id="rId7" Type="http://schemas.openxmlformats.org/officeDocument/2006/relationships/image" Target="../media/image4.png"/><Relationship Id="rId12" Type="http://schemas.openxmlformats.org/officeDocument/2006/relationships/image" Target="../media/image34.png"/><Relationship Id="rId17" Type="http://schemas.openxmlformats.org/officeDocument/2006/relationships/image" Target="../media/image57.png"/><Relationship Id="rId2" Type="http://schemas.openxmlformats.org/officeDocument/2006/relationships/image" Target="../media/image9.png"/><Relationship Id="rId16" Type="http://schemas.openxmlformats.org/officeDocument/2006/relationships/image" Target="../media/image56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5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1.png"/><Relationship Id="rId4" Type="http://schemas.openxmlformats.org/officeDocument/2006/relationships/image" Target="../media/image29.png"/><Relationship Id="rId9" Type="http://schemas.openxmlformats.org/officeDocument/2006/relationships/image" Target="../media/image22.png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66.png"/><Relationship Id="rId2" Type="http://schemas.openxmlformats.org/officeDocument/2006/relationships/image" Target="../media/image9.png"/><Relationship Id="rId16" Type="http://schemas.openxmlformats.org/officeDocument/2006/relationships/image" Target="../media/image65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64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61.png"/><Relationship Id="rId1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28.png"/><Relationship Id="rId21" Type="http://schemas.openxmlformats.org/officeDocument/2006/relationships/image" Target="../media/image74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72.png"/><Relationship Id="rId2" Type="http://schemas.openxmlformats.org/officeDocument/2006/relationships/image" Target="../media/image9.png"/><Relationship Id="rId16" Type="http://schemas.openxmlformats.org/officeDocument/2006/relationships/image" Target="../media/image71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70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61.png"/><Relationship Id="rId14" Type="http://schemas.openxmlformats.org/officeDocument/2006/relationships/image" Target="../media/image69.png"/><Relationship Id="rId22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28.png"/><Relationship Id="rId21" Type="http://schemas.openxmlformats.org/officeDocument/2006/relationships/image" Target="../media/image81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79.png"/><Relationship Id="rId2" Type="http://schemas.openxmlformats.org/officeDocument/2006/relationships/image" Target="../media/image9.png"/><Relationship Id="rId16" Type="http://schemas.openxmlformats.org/officeDocument/2006/relationships/image" Target="../media/image78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77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61.png"/><Relationship Id="rId14" Type="http://schemas.openxmlformats.org/officeDocument/2006/relationships/image" Target="../media/image7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85.png"/><Relationship Id="rId2" Type="http://schemas.openxmlformats.org/officeDocument/2006/relationships/image" Target="../media/image9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83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61.png"/><Relationship Id="rId14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93.png"/><Relationship Id="rId2" Type="http://schemas.openxmlformats.org/officeDocument/2006/relationships/image" Target="../media/image9.png"/><Relationship Id="rId16" Type="http://schemas.openxmlformats.org/officeDocument/2006/relationships/image" Target="../media/image92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91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88.png"/><Relationship Id="rId1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28.png"/><Relationship Id="rId21" Type="http://schemas.openxmlformats.org/officeDocument/2006/relationships/image" Target="../media/image101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99.png"/><Relationship Id="rId2" Type="http://schemas.openxmlformats.org/officeDocument/2006/relationships/image" Target="../media/image9.png"/><Relationship Id="rId16" Type="http://schemas.openxmlformats.org/officeDocument/2006/relationships/image" Target="../media/image98.png"/><Relationship Id="rId20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97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88.png"/><Relationship Id="rId14" Type="http://schemas.openxmlformats.org/officeDocument/2006/relationships/image" Target="../media/image9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28.png"/><Relationship Id="rId21" Type="http://schemas.openxmlformats.org/officeDocument/2006/relationships/image" Target="../media/image107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05.png"/><Relationship Id="rId2" Type="http://schemas.openxmlformats.org/officeDocument/2006/relationships/image" Target="../media/image9.png"/><Relationship Id="rId16" Type="http://schemas.openxmlformats.org/officeDocument/2006/relationships/image" Target="../media/image104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103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88.png"/><Relationship Id="rId14" Type="http://schemas.openxmlformats.org/officeDocument/2006/relationships/image" Target="../media/image10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28.png"/><Relationship Id="rId21" Type="http://schemas.openxmlformats.org/officeDocument/2006/relationships/image" Target="../media/image117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14.png"/><Relationship Id="rId2" Type="http://schemas.openxmlformats.org/officeDocument/2006/relationships/image" Target="../media/image9.png"/><Relationship Id="rId16" Type="http://schemas.openxmlformats.org/officeDocument/2006/relationships/image" Target="../media/image113.png"/><Relationship Id="rId20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112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88.png"/><Relationship Id="rId14" Type="http://schemas.openxmlformats.org/officeDocument/2006/relationships/image" Target="../media/image1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21.png"/><Relationship Id="rId2" Type="http://schemas.openxmlformats.org/officeDocument/2006/relationships/image" Target="../media/image9.png"/><Relationship Id="rId16" Type="http://schemas.openxmlformats.org/officeDocument/2006/relationships/image" Target="../media/image120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119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88.png"/><Relationship Id="rId14" Type="http://schemas.openxmlformats.org/officeDocument/2006/relationships/image" Target="../media/image1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28.png"/><Relationship Id="rId21" Type="http://schemas.openxmlformats.org/officeDocument/2006/relationships/image" Target="../media/image128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26.png"/><Relationship Id="rId2" Type="http://schemas.openxmlformats.org/officeDocument/2006/relationships/image" Target="../media/image9.png"/><Relationship Id="rId16" Type="http://schemas.openxmlformats.org/officeDocument/2006/relationships/image" Target="../media/image125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124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88.png"/><Relationship Id="rId14" Type="http://schemas.openxmlformats.org/officeDocument/2006/relationships/image" Target="../media/image123.png"/><Relationship Id="rId22" Type="http://schemas.openxmlformats.org/officeDocument/2006/relationships/image" Target="../media/image1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3" Type="http://schemas.openxmlformats.org/officeDocument/2006/relationships/image" Target="../media/image28.png"/><Relationship Id="rId21" Type="http://schemas.openxmlformats.org/officeDocument/2006/relationships/image" Target="../media/image140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37.png"/><Relationship Id="rId2" Type="http://schemas.openxmlformats.org/officeDocument/2006/relationships/image" Target="../media/image9.png"/><Relationship Id="rId16" Type="http://schemas.openxmlformats.org/officeDocument/2006/relationships/image" Target="../media/image136.png"/><Relationship Id="rId20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135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132.png"/><Relationship Id="rId14" Type="http://schemas.openxmlformats.org/officeDocument/2006/relationships/image" Target="../media/image134.png"/><Relationship Id="rId22" Type="http://schemas.openxmlformats.org/officeDocument/2006/relationships/image" Target="../media/image1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33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38.png"/><Relationship Id="rId2" Type="http://schemas.openxmlformats.org/officeDocument/2006/relationships/image" Target="../media/image9.png"/><Relationship Id="rId16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143.png"/><Relationship Id="rId10" Type="http://schemas.openxmlformats.org/officeDocument/2006/relationships/image" Target="../media/image22.png"/><Relationship Id="rId19" Type="http://schemas.openxmlformats.org/officeDocument/2006/relationships/image" Target="../media/image139.png"/><Relationship Id="rId4" Type="http://schemas.openxmlformats.org/officeDocument/2006/relationships/image" Target="../media/image29.png"/><Relationship Id="rId9" Type="http://schemas.openxmlformats.org/officeDocument/2006/relationships/image" Target="../media/image132.png"/><Relationship Id="rId14" Type="http://schemas.openxmlformats.org/officeDocument/2006/relationships/image" Target="../media/image14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3" Type="http://schemas.openxmlformats.org/officeDocument/2006/relationships/image" Target="../media/image28.png"/><Relationship Id="rId21" Type="http://schemas.openxmlformats.org/officeDocument/2006/relationships/image" Target="../media/image150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48.png"/><Relationship Id="rId2" Type="http://schemas.openxmlformats.org/officeDocument/2006/relationships/image" Target="../media/image9.png"/><Relationship Id="rId16" Type="http://schemas.openxmlformats.org/officeDocument/2006/relationships/image" Target="../media/image147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146.png"/><Relationship Id="rId10" Type="http://schemas.openxmlformats.org/officeDocument/2006/relationships/image" Target="../media/image22.png"/><Relationship Id="rId19" Type="http://schemas.openxmlformats.org/officeDocument/2006/relationships/image" Target="../media/image139.png"/><Relationship Id="rId4" Type="http://schemas.openxmlformats.org/officeDocument/2006/relationships/image" Target="../media/image29.png"/><Relationship Id="rId9" Type="http://schemas.openxmlformats.org/officeDocument/2006/relationships/image" Target="../media/image132.png"/><Relationship Id="rId14" Type="http://schemas.openxmlformats.org/officeDocument/2006/relationships/image" Target="../media/image145.png"/><Relationship Id="rId22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3" Type="http://schemas.openxmlformats.org/officeDocument/2006/relationships/image" Target="../media/image28.png"/><Relationship Id="rId21" Type="http://schemas.openxmlformats.org/officeDocument/2006/relationships/image" Target="../media/image156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54.png"/><Relationship Id="rId2" Type="http://schemas.openxmlformats.org/officeDocument/2006/relationships/image" Target="../media/image9.png"/><Relationship Id="rId16" Type="http://schemas.openxmlformats.org/officeDocument/2006/relationships/image" Target="../media/image153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152.png"/><Relationship Id="rId10" Type="http://schemas.openxmlformats.org/officeDocument/2006/relationships/image" Target="../media/image22.png"/><Relationship Id="rId19" Type="http://schemas.openxmlformats.org/officeDocument/2006/relationships/image" Target="../media/image139.png"/><Relationship Id="rId4" Type="http://schemas.openxmlformats.org/officeDocument/2006/relationships/image" Target="../media/image29.png"/><Relationship Id="rId9" Type="http://schemas.openxmlformats.org/officeDocument/2006/relationships/image" Target="../media/image132.png"/><Relationship Id="rId14" Type="http://schemas.openxmlformats.org/officeDocument/2006/relationships/image" Target="../media/image151.png"/><Relationship Id="rId22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3" Type="http://schemas.openxmlformats.org/officeDocument/2006/relationships/image" Target="../media/image28.png"/><Relationship Id="rId21" Type="http://schemas.openxmlformats.org/officeDocument/2006/relationships/image" Target="../media/image166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64.png"/><Relationship Id="rId2" Type="http://schemas.openxmlformats.org/officeDocument/2006/relationships/image" Target="../media/image9.png"/><Relationship Id="rId16" Type="http://schemas.openxmlformats.org/officeDocument/2006/relationships/image" Target="../media/image163.png"/><Relationship Id="rId20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24.png"/><Relationship Id="rId24" Type="http://schemas.openxmlformats.org/officeDocument/2006/relationships/image" Target="../media/image169.png"/><Relationship Id="rId5" Type="http://schemas.openxmlformats.org/officeDocument/2006/relationships/image" Target="../media/image30.png"/><Relationship Id="rId15" Type="http://schemas.openxmlformats.org/officeDocument/2006/relationships/image" Target="../media/image162.png"/><Relationship Id="rId23" Type="http://schemas.openxmlformats.org/officeDocument/2006/relationships/image" Target="../media/image168.png"/><Relationship Id="rId10" Type="http://schemas.openxmlformats.org/officeDocument/2006/relationships/image" Target="../media/image2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159.png"/><Relationship Id="rId14" Type="http://schemas.openxmlformats.org/officeDocument/2006/relationships/image" Target="../media/image161.png"/><Relationship Id="rId22" Type="http://schemas.openxmlformats.org/officeDocument/2006/relationships/image" Target="../media/image16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3" Type="http://schemas.openxmlformats.org/officeDocument/2006/relationships/image" Target="../media/image28.png"/><Relationship Id="rId21" Type="http://schemas.openxmlformats.org/officeDocument/2006/relationships/image" Target="../media/image175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73.png"/><Relationship Id="rId2" Type="http://schemas.openxmlformats.org/officeDocument/2006/relationships/image" Target="../media/image9.png"/><Relationship Id="rId16" Type="http://schemas.openxmlformats.org/officeDocument/2006/relationships/image" Target="../media/image172.png"/><Relationship Id="rId20" Type="http://schemas.openxmlformats.org/officeDocument/2006/relationships/image" Target="../media/image1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171.png"/><Relationship Id="rId23" Type="http://schemas.openxmlformats.org/officeDocument/2006/relationships/image" Target="../media/image177.png"/><Relationship Id="rId10" Type="http://schemas.openxmlformats.org/officeDocument/2006/relationships/image" Target="../media/image22.png"/><Relationship Id="rId19" Type="http://schemas.openxmlformats.org/officeDocument/2006/relationships/image" Target="../media/image139.png"/><Relationship Id="rId4" Type="http://schemas.openxmlformats.org/officeDocument/2006/relationships/image" Target="../media/image29.png"/><Relationship Id="rId9" Type="http://schemas.openxmlformats.org/officeDocument/2006/relationships/image" Target="../media/image159.png"/><Relationship Id="rId14" Type="http://schemas.openxmlformats.org/officeDocument/2006/relationships/image" Target="../media/image170.png"/><Relationship Id="rId22" Type="http://schemas.openxmlformats.org/officeDocument/2006/relationships/image" Target="../media/image17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60.png"/><Relationship Id="rId18" Type="http://schemas.openxmlformats.org/officeDocument/2006/relationships/image" Target="../media/image139.png"/><Relationship Id="rId3" Type="http://schemas.openxmlformats.org/officeDocument/2006/relationships/image" Target="../media/image28.png"/><Relationship Id="rId21" Type="http://schemas.openxmlformats.org/officeDocument/2006/relationships/image" Target="../media/image177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65.png"/><Relationship Id="rId2" Type="http://schemas.openxmlformats.org/officeDocument/2006/relationships/image" Target="../media/image9.png"/><Relationship Id="rId16" Type="http://schemas.openxmlformats.org/officeDocument/2006/relationships/image" Target="../media/image180.png"/><Relationship Id="rId20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5" Type="http://schemas.openxmlformats.org/officeDocument/2006/relationships/image" Target="../media/image179.png"/><Relationship Id="rId10" Type="http://schemas.openxmlformats.org/officeDocument/2006/relationships/image" Target="../media/image22.png"/><Relationship Id="rId19" Type="http://schemas.openxmlformats.org/officeDocument/2006/relationships/image" Target="../media/image181.png"/><Relationship Id="rId4" Type="http://schemas.openxmlformats.org/officeDocument/2006/relationships/image" Target="../media/image29.png"/><Relationship Id="rId9" Type="http://schemas.openxmlformats.org/officeDocument/2006/relationships/image" Target="../media/image159.png"/><Relationship Id="rId14" Type="http://schemas.openxmlformats.org/officeDocument/2006/relationships/image" Target="../media/image17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60.png"/><Relationship Id="rId18" Type="http://schemas.openxmlformats.org/officeDocument/2006/relationships/image" Target="../media/image139.png"/><Relationship Id="rId3" Type="http://schemas.openxmlformats.org/officeDocument/2006/relationships/image" Target="../media/image28.png"/><Relationship Id="rId21" Type="http://schemas.openxmlformats.org/officeDocument/2006/relationships/image" Target="../media/image177.png"/><Relationship Id="rId7" Type="http://schemas.openxmlformats.org/officeDocument/2006/relationships/image" Target="../media/image3.png"/><Relationship Id="rId12" Type="http://schemas.openxmlformats.org/officeDocument/2006/relationships/image" Target="../media/image33.png"/><Relationship Id="rId17" Type="http://schemas.openxmlformats.org/officeDocument/2006/relationships/image" Target="../media/image165.png"/><Relationship Id="rId2" Type="http://schemas.openxmlformats.org/officeDocument/2006/relationships/image" Target="../media/image9.png"/><Relationship Id="rId16" Type="http://schemas.openxmlformats.org/officeDocument/2006/relationships/image" Target="../media/image184.png"/><Relationship Id="rId20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24.png"/><Relationship Id="rId24" Type="http://schemas.openxmlformats.org/officeDocument/2006/relationships/image" Target="../media/image188.png"/><Relationship Id="rId5" Type="http://schemas.openxmlformats.org/officeDocument/2006/relationships/image" Target="../media/image30.png"/><Relationship Id="rId15" Type="http://schemas.openxmlformats.org/officeDocument/2006/relationships/image" Target="../media/image183.png"/><Relationship Id="rId23" Type="http://schemas.openxmlformats.org/officeDocument/2006/relationships/image" Target="../media/image187.png"/><Relationship Id="rId10" Type="http://schemas.openxmlformats.org/officeDocument/2006/relationships/image" Target="../media/image22.png"/><Relationship Id="rId19" Type="http://schemas.openxmlformats.org/officeDocument/2006/relationships/image" Target="../media/image185.png"/><Relationship Id="rId4" Type="http://schemas.openxmlformats.org/officeDocument/2006/relationships/image" Target="../media/image29.png"/><Relationship Id="rId9" Type="http://schemas.openxmlformats.org/officeDocument/2006/relationships/image" Target="../media/image159.png"/><Relationship Id="rId14" Type="http://schemas.openxmlformats.org/officeDocument/2006/relationships/image" Target="../media/image182.png"/><Relationship Id="rId22" Type="http://schemas.openxmlformats.org/officeDocument/2006/relationships/image" Target="../media/image1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6612862" y="2320684"/>
            <a:ext cx="5192378" cy="3910691"/>
            <a:chOff x="6612862" y="2320684"/>
            <a:chExt cx="5192378" cy="39106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2862" y="2320684"/>
              <a:ext cx="5192378" cy="39106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289130" y="7493161"/>
            <a:ext cx="7606982" cy="930821"/>
            <a:chOff x="5289130" y="7493161"/>
            <a:chExt cx="7606982" cy="93082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9130" y="7493161"/>
              <a:ext cx="7606982" cy="93082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08" name="그룹 1008"/>
          <p:cNvGrpSpPr/>
          <p:nvPr/>
        </p:nvGrpSpPr>
        <p:grpSpPr>
          <a:xfrm>
            <a:off x="10816532" y="5022243"/>
            <a:ext cx="574514" cy="785043"/>
            <a:chOff x="10816532" y="5022243"/>
            <a:chExt cx="574514" cy="785043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900000">
              <a:off x="10816532" y="5022243"/>
              <a:ext cx="574514" cy="785043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932486" y="4277952"/>
            <a:ext cx="2208217" cy="2050572"/>
            <a:chOff x="1932486" y="4277952"/>
            <a:chExt cx="2208217" cy="2050572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32486" y="4277952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4184513" y="4277952"/>
            <a:ext cx="2208217" cy="2050572"/>
            <a:chOff x="4184513" y="4277952"/>
            <a:chExt cx="2208217" cy="2050572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84513" y="4277952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932486" y="2246766"/>
            <a:ext cx="2208217" cy="2050572"/>
            <a:chOff x="1932486" y="2246766"/>
            <a:chExt cx="2208217" cy="2050572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32486" y="2246766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4194206" y="2246766"/>
            <a:ext cx="2208217" cy="2050572"/>
            <a:chOff x="4194206" y="2246766"/>
            <a:chExt cx="2208217" cy="2050572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4206" y="2246766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1883292" y="4277952"/>
            <a:ext cx="2208217" cy="2050572"/>
            <a:chOff x="11883292" y="4277952"/>
            <a:chExt cx="2208217" cy="2050572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83292" y="4277952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4135318" y="4277952"/>
            <a:ext cx="2208217" cy="2050572"/>
            <a:chOff x="14135318" y="4277952"/>
            <a:chExt cx="2208217" cy="2050572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35318" y="4277952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1883292" y="2246766"/>
            <a:ext cx="2208217" cy="2050572"/>
            <a:chOff x="11883292" y="2246766"/>
            <a:chExt cx="2208217" cy="2050572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83292" y="2246766"/>
              <a:ext cx="2208217" cy="205057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4145011" y="2246766"/>
            <a:ext cx="2208217" cy="2050572"/>
            <a:chOff x="14145011" y="2246766"/>
            <a:chExt cx="2208217" cy="2050572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45011" y="2246766"/>
              <a:ext cx="2208217" cy="2050572"/>
            </a:xfrm>
            <a:prstGeom prst="rect">
              <a:avLst/>
            </a:prstGeom>
          </p:spPr>
        </p:pic>
      </p:grpSp>
      <p:pic>
        <p:nvPicPr>
          <p:cNvPr id="49" name="Object 4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988946" y="6373569"/>
            <a:ext cx="6122491" cy="1656510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036565" y="7371313"/>
            <a:ext cx="5810939" cy="15261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05812" y="1060785"/>
            <a:ext cx="2664816" cy="206501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175320" y="5899412"/>
            <a:ext cx="2962807" cy="2196174"/>
            <a:chOff x="1175320" y="5899412"/>
            <a:chExt cx="2962807" cy="2196174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5320" y="5899412"/>
              <a:ext cx="2962807" cy="2196174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300" y="5757082"/>
            <a:ext cx="1637095" cy="1151657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54654" y="6387444"/>
            <a:ext cx="4264448" cy="1828486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5566884" y="5899412"/>
            <a:ext cx="2962807" cy="2196174"/>
            <a:chOff x="5566884" y="5899412"/>
            <a:chExt cx="2962807" cy="2196174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66884" y="5899412"/>
              <a:ext cx="2962807" cy="2196174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255867" y="5757083"/>
            <a:ext cx="1684715" cy="1151658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355736" y="6406492"/>
            <a:ext cx="3683371" cy="1790390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9959835" y="5899412"/>
            <a:ext cx="2962807" cy="2196174"/>
            <a:chOff x="9959835" y="5899412"/>
            <a:chExt cx="2962807" cy="2196174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59835" y="5899412"/>
              <a:ext cx="2962807" cy="2196174"/>
            </a:xfrm>
            <a:prstGeom prst="rect">
              <a:avLst/>
            </a:prstGeom>
          </p:spPr>
        </p:pic>
      </p:grpSp>
      <p:pic>
        <p:nvPicPr>
          <p:cNvPr id="44" name="Object 43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648776" y="5757083"/>
            <a:ext cx="1684715" cy="1151658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9148713" y="6406492"/>
            <a:ext cx="4226352" cy="1771343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4070111" y="5899412"/>
            <a:ext cx="2962807" cy="2196174"/>
            <a:chOff x="14070111" y="5899412"/>
            <a:chExt cx="2962807" cy="2196174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070111" y="5899412"/>
              <a:ext cx="2962807" cy="2196174"/>
            </a:xfrm>
            <a:prstGeom prst="rect">
              <a:avLst/>
            </a:prstGeom>
          </p:spPr>
        </p:pic>
      </p:grpSp>
      <p:pic>
        <p:nvPicPr>
          <p:cNvPr id="49" name="Object 4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3759094" y="5757080"/>
            <a:ext cx="1694239" cy="1151658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3931116" y="6565839"/>
            <a:ext cx="3514242" cy="1340937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0798383" y="111328"/>
            <a:ext cx="10048288" cy="617126"/>
          </a:xfrm>
          <a:prstGeom prst="rect">
            <a:avLst/>
          </a:prstGeom>
        </p:spPr>
      </p:pic>
      <p:pic>
        <p:nvPicPr>
          <p:cNvPr id="52" name="Object 5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24761" y="1780723"/>
            <a:ext cx="11997241" cy="3222708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3462303" y="4299202"/>
            <a:ext cx="517017" cy="706477"/>
            <a:chOff x="3462303" y="4299202"/>
            <a:chExt cx="517017" cy="706477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-900000">
              <a:off x="3462303" y="4299202"/>
              <a:ext cx="517017" cy="706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1" name="그룹 1011"/>
          <p:cNvGrpSpPr/>
          <p:nvPr/>
        </p:nvGrpSpPr>
        <p:grpSpPr>
          <a:xfrm>
            <a:off x="5370401" y="2844058"/>
            <a:ext cx="7544913" cy="5592650"/>
            <a:chOff x="5370401" y="2844058"/>
            <a:chExt cx="7544913" cy="559265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0401" y="2844058"/>
              <a:ext cx="7544913" cy="5592650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896287" y="2550595"/>
            <a:ext cx="3318133" cy="242847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788457" y="3005762"/>
            <a:ext cx="6929675" cy="6487161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752668" y="111328"/>
            <a:ext cx="10048288" cy="617126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3462303" y="4299202"/>
            <a:ext cx="517017" cy="706477"/>
            <a:chOff x="3462303" y="4299202"/>
            <a:chExt cx="517017" cy="706477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900000">
              <a:off x="3462303" y="4299202"/>
              <a:ext cx="517017" cy="706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635206" y="1004692"/>
            <a:ext cx="4049642" cy="1634528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752997" y="1137990"/>
            <a:ext cx="15609074" cy="1079989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2685" y="2678582"/>
            <a:ext cx="13260238" cy="2381895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624350" y="2399045"/>
            <a:ext cx="2576886" cy="1493276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1042101" y="3764785"/>
            <a:ext cx="890039" cy="1648287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20866" y="5066669"/>
            <a:ext cx="13104504" cy="1567132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50895" y="7319165"/>
            <a:ext cx="5077418" cy="954913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50895" y="8362123"/>
            <a:ext cx="5106562" cy="959990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50895" y="9432460"/>
            <a:ext cx="3757600" cy="959990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541894" y="2101431"/>
            <a:ext cx="6676318" cy="492842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5430209" y="2270042"/>
            <a:ext cx="2125628" cy="190910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6439876" y="2224328"/>
            <a:ext cx="2125628" cy="1909105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367095" y="3045212"/>
            <a:ext cx="2125628" cy="1909105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0344036" y="2955759"/>
            <a:ext cx="2125628" cy="1909105"/>
          </a:xfrm>
          <a:prstGeom prst="rect">
            <a:avLst/>
          </a:prstGeom>
        </p:spPr>
      </p:pic>
      <p:pic>
        <p:nvPicPr>
          <p:cNvPr id="52" name="Object 51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3546578" y="3668014"/>
            <a:ext cx="2125628" cy="1909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8" name="Object 3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752997" y="1137990"/>
            <a:ext cx="15609074" cy="1079989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209924" y="2678583"/>
            <a:ext cx="13420390" cy="2381895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5628" y="5066669"/>
            <a:ext cx="13322123" cy="1567132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50895" y="7869426"/>
            <a:ext cx="4805695" cy="954914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95" y="8994503"/>
            <a:ext cx="5332895" cy="959990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4635206" y="1004692"/>
            <a:ext cx="4049642" cy="1634528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017147" y="2239566"/>
            <a:ext cx="2125628" cy="1909105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8019697" y="2224328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0315600" y="2239566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587728" y="2933779"/>
            <a:ext cx="2125628" cy="190910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0528933" y="2955760"/>
            <a:ext cx="2125628" cy="190910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169849" y="3609608"/>
            <a:ext cx="2125628" cy="1909105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138503" y="3609608"/>
            <a:ext cx="2125628" cy="1909105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41894" y="2101431"/>
            <a:ext cx="6676318" cy="4928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8" name="Object 3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752997" y="1137990"/>
            <a:ext cx="15609074" cy="1079989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22209" y="2331421"/>
            <a:ext cx="13160714" cy="3092847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139944" y="2760006"/>
            <a:ext cx="2576886" cy="1493276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207402" y="3491643"/>
            <a:ext cx="890039" cy="1648287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259438" y="5154132"/>
            <a:ext cx="13084742" cy="2122847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50895" y="7319164"/>
            <a:ext cx="7622657" cy="954914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50895" y="8362126"/>
            <a:ext cx="4393247" cy="959990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50895" y="9432479"/>
            <a:ext cx="4846105" cy="959990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8555193" y="7319164"/>
            <a:ext cx="4435695" cy="954914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8555193" y="8369736"/>
            <a:ext cx="3378314" cy="954914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4635206" y="1004692"/>
            <a:ext cx="4049642" cy="1634528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9500618" y="1879952"/>
            <a:ext cx="2125628" cy="1909105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0294976" y="2703571"/>
            <a:ext cx="2125628" cy="1909105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6194754" y="3361616"/>
            <a:ext cx="2125628" cy="1909105"/>
          </a:xfrm>
          <a:prstGeom prst="rect">
            <a:avLst/>
          </a:prstGeom>
        </p:spPr>
      </p:pic>
      <p:pic>
        <p:nvPicPr>
          <p:cNvPr id="52" name="Object 51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8689118" y="3323521"/>
            <a:ext cx="2125628" cy="1909105"/>
          </a:xfrm>
          <a:prstGeom prst="rect">
            <a:avLst/>
          </a:prstGeom>
        </p:spPr>
      </p:pic>
      <p:pic>
        <p:nvPicPr>
          <p:cNvPr id="53" name="Object 52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7514864" y="4045669"/>
            <a:ext cx="2125628" cy="1909105"/>
          </a:xfrm>
          <a:prstGeom prst="rect">
            <a:avLst/>
          </a:prstGeom>
        </p:spPr>
      </p:pic>
      <p:pic>
        <p:nvPicPr>
          <p:cNvPr id="54" name="Object 53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0114023" y="4045669"/>
            <a:ext cx="2125628" cy="1909105"/>
          </a:xfrm>
          <a:prstGeom prst="rect">
            <a:avLst/>
          </a:prstGeom>
        </p:spPr>
      </p:pic>
      <p:pic>
        <p:nvPicPr>
          <p:cNvPr id="55" name="Object 54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541894" y="2101431"/>
            <a:ext cx="6676318" cy="4928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8" name="Object 3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752997" y="1137990"/>
            <a:ext cx="15609074" cy="1079989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12485" y="2870433"/>
            <a:ext cx="13094762" cy="2381895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9810907" y="2591861"/>
            <a:ext cx="2576886" cy="1493276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344734" y="4030655"/>
            <a:ext cx="890039" cy="1648287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4210" y="5154288"/>
            <a:ext cx="13105456" cy="1500466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50895" y="7319164"/>
            <a:ext cx="4718133" cy="954914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50895" y="8362126"/>
            <a:ext cx="5749438" cy="959990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4635206" y="1004692"/>
            <a:ext cx="4049642" cy="1634528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5247753" y="2425204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8684990" y="2439916"/>
            <a:ext cx="2125628" cy="190910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0087870" y="2449440"/>
            <a:ext cx="2125628" cy="190910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1898487" y="2500868"/>
            <a:ext cx="2125628" cy="1909105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9389824" y="3147610"/>
            <a:ext cx="2125628" cy="1909105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541894" y="2101431"/>
            <a:ext cx="6676318" cy="4928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1" name="그룹 1011"/>
          <p:cNvGrpSpPr/>
          <p:nvPr/>
        </p:nvGrpSpPr>
        <p:grpSpPr>
          <a:xfrm>
            <a:off x="5370401" y="2844058"/>
            <a:ext cx="7544913" cy="5592650"/>
            <a:chOff x="5370401" y="2844058"/>
            <a:chExt cx="7544913" cy="559265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0401" y="2844058"/>
              <a:ext cx="7544913" cy="5592650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896287" y="2550595"/>
            <a:ext cx="3318133" cy="242847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542076" y="3005762"/>
            <a:ext cx="7646161" cy="6487608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752668" y="111328"/>
            <a:ext cx="10048288" cy="617126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3462303" y="4299202"/>
            <a:ext cx="517017" cy="706477"/>
            <a:chOff x="3462303" y="4299202"/>
            <a:chExt cx="517017" cy="706477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900000">
              <a:off x="3462303" y="4299202"/>
              <a:ext cx="517017" cy="706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649892" y="945052"/>
            <a:ext cx="4021672" cy="1718338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96616" y="1130374"/>
            <a:ext cx="15579151" cy="118284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18638" y="2331421"/>
            <a:ext cx="13073809" cy="3092847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89676" y="5177764"/>
            <a:ext cx="13039504" cy="2122847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95" y="7319164"/>
            <a:ext cx="6000628" cy="954914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50895" y="8362126"/>
            <a:ext cx="5663962" cy="959990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10944" y="2101430"/>
            <a:ext cx="6906594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978908" y="2630918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448341" y="2669013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3521586" y="3270187"/>
            <a:ext cx="2125628" cy="190910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0067532" y="3270187"/>
            <a:ext cx="2125628" cy="190910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903254" y="4129081"/>
            <a:ext cx="2125628" cy="1909105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28038" y="9367841"/>
            <a:ext cx="6259676" cy="959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649892" y="945052"/>
            <a:ext cx="4021672" cy="1718338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96616" y="1130374"/>
            <a:ext cx="15579151" cy="118284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0066" y="2545378"/>
            <a:ext cx="13304419" cy="3092847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88254" y="5285084"/>
            <a:ext cx="12177123" cy="2039913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95" y="7319164"/>
            <a:ext cx="10743162" cy="954914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50895" y="8362126"/>
            <a:ext cx="3667181" cy="959990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10944" y="2101430"/>
            <a:ext cx="6906594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683347" y="3518668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693911" y="2796931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343435" y="3610097"/>
            <a:ext cx="2125628" cy="190910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1911433" y="3610097"/>
            <a:ext cx="1761343" cy="190910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28038" y="9367841"/>
            <a:ext cx="5749562" cy="959990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11918" y="2817716"/>
            <a:ext cx="2125628" cy="1909105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0605186" y="7314088"/>
            <a:ext cx="7831885" cy="959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649892" y="945052"/>
            <a:ext cx="4021672" cy="1718338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96616" y="1130374"/>
            <a:ext cx="15579151" cy="118284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17923" y="2678582"/>
            <a:ext cx="13265238" cy="2381895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72064" y="5285088"/>
            <a:ext cx="12061647" cy="1500466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95" y="7319164"/>
            <a:ext cx="4235457" cy="954914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50895" y="8362126"/>
            <a:ext cx="4708676" cy="959990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10944" y="2101430"/>
            <a:ext cx="6906594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2935242" y="2955759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351766" y="2239566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1668498" y="2955759"/>
            <a:ext cx="2125628" cy="190910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5441149" y="3611224"/>
            <a:ext cx="1547097" cy="1725869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28038" y="9367841"/>
            <a:ext cx="4843133" cy="959990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940812" y="2239566"/>
            <a:ext cx="2125628" cy="1909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649892" y="945052"/>
            <a:ext cx="4021672" cy="1718338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96616" y="1130374"/>
            <a:ext cx="15579151" cy="118284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07685" y="2678583"/>
            <a:ext cx="13256428" cy="2381895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04445" y="5086335"/>
            <a:ext cx="12628552" cy="2039913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95" y="7869426"/>
            <a:ext cx="4992057" cy="954914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12800" y="8948789"/>
            <a:ext cx="4970152" cy="959990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10944" y="2101430"/>
            <a:ext cx="6906594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0658831" y="2955760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849384" y="2955760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3439911" y="3666527"/>
            <a:ext cx="2125628" cy="190910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635719" y="2239566"/>
            <a:ext cx="2125628" cy="1909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1" name="그룹 1011"/>
          <p:cNvGrpSpPr/>
          <p:nvPr/>
        </p:nvGrpSpPr>
        <p:grpSpPr>
          <a:xfrm>
            <a:off x="5370401" y="2844058"/>
            <a:ext cx="7544913" cy="5592650"/>
            <a:chOff x="5370401" y="2844058"/>
            <a:chExt cx="7544913" cy="559265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0401" y="2844058"/>
              <a:ext cx="7544913" cy="5592650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896287" y="2550595"/>
            <a:ext cx="3318133" cy="242847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173885" y="3050581"/>
            <a:ext cx="8915942" cy="6271732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752668" y="111328"/>
            <a:ext cx="10048288" cy="617126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3462303" y="4299202"/>
            <a:ext cx="517017" cy="706477"/>
            <a:chOff x="3462303" y="4299202"/>
            <a:chExt cx="517017" cy="706477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900000">
              <a:off x="3462303" y="4299202"/>
              <a:ext cx="517017" cy="706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821700" y="1024225"/>
            <a:ext cx="3886434" cy="1520243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1073283" y="1130374"/>
            <a:ext cx="16024675" cy="118284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3410" y="2462802"/>
            <a:ext cx="13082009" cy="3133238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05397" y="5253955"/>
            <a:ext cx="12543075" cy="1997704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95" y="7869431"/>
            <a:ext cx="4813200" cy="954914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12800" y="8948793"/>
            <a:ext cx="6861085" cy="959990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24037" y="2101430"/>
            <a:ext cx="6676318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2782697" y="3142835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773029" y="3714872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328981" y="2602008"/>
            <a:ext cx="2125628" cy="190910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9050102" y="2047571"/>
            <a:ext cx="2125628" cy="190910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8079174" y="7869431"/>
            <a:ext cx="7341819" cy="9549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821700" y="1024225"/>
            <a:ext cx="3886434" cy="1520243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1073283" y="1130374"/>
            <a:ext cx="16024675" cy="118284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-346552" y="2670573"/>
            <a:ext cx="13429666" cy="2406104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72997" y="5253441"/>
            <a:ext cx="12642970" cy="1452599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28" y="7848412"/>
            <a:ext cx="5472695" cy="991723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12733" y="8930660"/>
            <a:ext cx="3634218" cy="993914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24037" y="2101430"/>
            <a:ext cx="6676318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4879630" y="2956872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667175" y="3681504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003013" y="2222882"/>
            <a:ext cx="2125628" cy="190910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0286364" y="2990240"/>
            <a:ext cx="2125628" cy="190910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8079107" y="7848412"/>
            <a:ext cx="3108314" cy="991723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8079107" y="8932850"/>
            <a:ext cx="6427066" cy="9917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821700" y="1024225"/>
            <a:ext cx="3886434" cy="1520243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1073283" y="1130374"/>
            <a:ext cx="16024675" cy="118284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-49248" y="2670574"/>
            <a:ext cx="13141904" cy="2406114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76121" y="5253441"/>
            <a:ext cx="12681560" cy="1452598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28" y="7848412"/>
            <a:ext cx="4014999" cy="991723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12733" y="8930660"/>
            <a:ext cx="5736066" cy="993914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24037" y="2101430"/>
            <a:ext cx="6676318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4040349" y="2956873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1654940" y="2239566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930644" y="2956873"/>
            <a:ext cx="2125628" cy="190910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580226" y="7781676"/>
            <a:ext cx="11812952" cy="991733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6528450" y="8932850"/>
            <a:ext cx="3612437" cy="9917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1" name="그룹 1011"/>
          <p:cNvGrpSpPr/>
          <p:nvPr/>
        </p:nvGrpSpPr>
        <p:grpSpPr>
          <a:xfrm>
            <a:off x="5370401" y="2844058"/>
            <a:ext cx="7544913" cy="5592650"/>
            <a:chOff x="5370401" y="2844058"/>
            <a:chExt cx="7544913" cy="559265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0401" y="2844058"/>
              <a:ext cx="7544913" cy="5592650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896287" y="2550595"/>
            <a:ext cx="3318133" cy="242847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542229" y="3043857"/>
            <a:ext cx="7645704" cy="6410971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752668" y="111328"/>
            <a:ext cx="10048288" cy="617126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3462303" y="4299202"/>
            <a:ext cx="517017" cy="706477"/>
            <a:chOff x="3462303" y="4299202"/>
            <a:chExt cx="517017" cy="706477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900000">
              <a:off x="3462303" y="4299202"/>
              <a:ext cx="517017" cy="706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970730" y="1035654"/>
            <a:ext cx="3703034" cy="1415910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67768" y="1143889"/>
            <a:ext cx="15490950" cy="1092359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3466" y="2465021"/>
            <a:ext cx="13054771" cy="2565809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54447" y="5075678"/>
            <a:ext cx="12600028" cy="1975209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657" y="7615151"/>
            <a:ext cx="6097352" cy="959981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667605" y="7615151"/>
            <a:ext cx="5044771" cy="959981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339518" y="2101430"/>
            <a:ext cx="7049975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43910" y="2621394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195595" y="3136555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0467419" y="2579377"/>
            <a:ext cx="2125628" cy="190910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319313" y="2047571"/>
            <a:ext cx="2125628" cy="190910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697993" y="9011256"/>
            <a:ext cx="4925609" cy="959981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50657" y="9011256"/>
            <a:ext cx="5501076" cy="959981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003430" y="3136555"/>
            <a:ext cx="2125628" cy="19091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970730" y="1035654"/>
            <a:ext cx="3703034" cy="1415910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67768" y="1143889"/>
            <a:ext cx="15490950" cy="1092359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-189499" y="2797836"/>
            <a:ext cx="13322505" cy="2018876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40694" y="5030860"/>
            <a:ext cx="12648980" cy="1409152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657" y="7861812"/>
            <a:ext cx="4897590" cy="959981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869279" y="7861812"/>
            <a:ext cx="5334038" cy="959981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339518" y="2101430"/>
            <a:ext cx="7049975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9505269" y="3001828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532649" y="2425204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50657" y="9011418"/>
            <a:ext cx="4837781" cy="95998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970730" y="1035654"/>
            <a:ext cx="3703034" cy="1415910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67768" y="1143889"/>
            <a:ext cx="15490950" cy="1092359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7457" y="2681135"/>
            <a:ext cx="13150076" cy="2018876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82314" y="5075679"/>
            <a:ext cx="12684961" cy="1409152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657" y="7615155"/>
            <a:ext cx="7982371" cy="959981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8495676" y="7615155"/>
            <a:ext cx="4399857" cy="959981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339518" y="2101430"/>
            <a:ext cx="7049975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0231493" y="2239566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0562251" y="2795324"/>
            <a:ext cx="1536714" cy="1882219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8473269" y="9014631"/>
            <a:ext cx="5376324" cy="959971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50657" y="9011260"/>
            <a:ext cx="5514038" cy="9599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1" name="그룹 1011"/>
          <p:cNvGrpSpPr/>
          <p:nvPr/>
        </p:nvGrpSpPr>
        <p:grpSpPr>
          <a:xfrm>
            <a:off x="5370401" y="2844058"/>
            <a:ext cx="7544913" cy="5592650"/>
            <a:chOff x="5370401" y="2844058"/>
            <a:chExt cx="7544913" cy="559265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0401" y="2844058"/>
              <a:ext cx="7544913" cy="5592650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896287" y="2550595"/>
            <a:ext cx="3318133" cy="242847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575400" y="3043857"/>
            <a:ext cx="7646304" cy="6411361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752668" y="111328"/>
            <a:ext cx="10048288" cy="617126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3462303" y="4299202"/>
            <a:ext cx="517017" cy="706477"/>
            <a:chOff x="3462303" y="4299202"/>
            <a:chExt cx="517017" cy="706477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900000">
              <a:off x="3462303" y="4299202"/>
              <a:ext cx="517017" cy="706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961425" y="1018968"/>
            <a:ext cx="3737033" cy="1401710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79198" y="1214709"/>
            <a:ext cx="15645666" cy="89007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24752" y="2883246"/>
            <a:ext cx="12994580" cy="2027656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55466" y="5062384"/>
            <a:ext cx="12511504" cy="1438390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28" y="7601755"/>
            <a:ext cx="4855314" cy="991723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667764" y="7599564"/>
            <a:ext cx="4874247" cy="993914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10944" y="2101430"/>
            <a:ext cx="6906594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3810358" y="3607538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8403041" y="2427432"/>
            <a:ext cx="1069028" cy="1902419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7698155" y="8997860"/>
            <a:ext cx="5136590" cy="991723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50828" y="8997860"/>
            <a:ext cx="4007104" cy="991723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6372218" y="2994128"/>
            <a:ext cx="2125628" cy="1909105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1898487" y="2425204"/>
            <a:ext cx="2125628" cy="19091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961425" y="1018968"/>
            <a:ext cx="3737033" cy="1401710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79198" y="1214709"/>
            <a:ext cx="15645666" cy="89007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266" y="2883250"/>
            <a:ext cx="13267285" cy="1923114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52343" y="5062384"/>
            <a:ext cx="12514618" cy="1438390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28" y="7601755"/>
            <a:ext cx="4073495" cy="991723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410944" y="2101430"/>
            <a:ext cx="6906594" cy="492842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3810358" y="3607538"/>
            <a:ext cx="2125628" cy="1909105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9339619" y="2427432"/>
            <a:ext cx="1069028" cy="1902419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266909" y="2994131"/>
            <a:ext cx="2125628" cy="190910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1787884" y="2425204"/>
            <a:ext cx="2125628" cy="19091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961425" y="1018968"/>
            <a:ext cx="3737033" cy="1401710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79198" y="1214709"/>
            <a:ext cx="15645666" cy="89007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27752" y="2883250"/>
            <a:ext cx="13117504" cy="2027656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19647" y="5062384"/>
            <a:ext cx="12616056" cy="1438390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28" y="7601755"/>
            <a:ext cx="5959504" cy="991723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667764" y="7599564"/>
            <a:ext cx="4832828" cy="993914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10944" y="2101430"/>
            <a:ext cx="6906594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4867463" y="2427432"/>
            <a:ext cx="1069028" cy="1902419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698155" y="8997860"/>
            <a:ext cx="5526428" cy="991723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50828" y="8997860"/>
            <a:ext cx="5416447" cy="991723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6372218" y="2994128"/>
            <a:ext cx="2125628" cy="190910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0574305" y="2425204"/>
            <a:ext cx="2125628" cy="19091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961425" y="1018968"/>
            <a:ext cx="3737033" cy="1401710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679198" y="1214709"/>
            <a:ext cx="15645666" cy="89007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-64981" y="2883250"/>
            <a:ext cx="13419285" cy="2027656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19238" y="5062384"/>
            <a:ext cx="12549047" cy="1438390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28" y="7601755"/>
            <a:ext cx="5552437" cy="991723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667764" y="7599564"/>
            <a:ext cx="4498923" cy="993914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10944" y="2101430"/>
            <a:ext cx="6906594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9890192" y="2427432"/>
            <a:ext cx="1069028" cy="1902419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698155" y="8997860"/>
            <a:ext cx="4286752" cy="991723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50828" y="8997860"/>
            <a:ext cx="5157037" cy="991723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7886408" y="3891998"/>
            <a:ext cx="2125628" cy="190910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3640787" y="2994131"/>
            <a:ext cx="2125628" cy="19091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1" name="그룹 1011"/>
          <p:cNvGrpSpPr/>
          <p:nvPr/>
        </p:nvGrpSpPr>
        <p:grpSpPr>
          <a:xfrm>
            <a:off x="5370401" y="2844058"/>
            <a:ext cx="7544913" cy="5592650"/>
            <a:chOff x="5370401" y="2844058"/>
            <a:chExt cx="7544913" cy="559265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0401" y="2844058"/>
              <a:ext cx="7544913" cy="5592650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896287" y="2550595"/>
            <a:ext cx="3318133" cy="242847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05686" y="3043857"/>
            <a:ext cx="7951951" cy="6411418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752668" y="111328"/>
            <a:ext cx="10048288" cy="617126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3462303" y="4299202"/>
            <a:ext cx="517017" cy="706477"/>
            <a:chOff x="3462303" y="4299202"/>
            <a:chExt cx="517017" cy="706477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900000">
              <a:off x="3462303" y="4299202"/>
              <a:ext cx="517017" cy="706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595749" y="1035653"/>
            <a:ext cx="4078100" cy="141357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2736674" y="970371"/>
            <a:ext cx="17731515" cy="152189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18876" y="2678916"/>
            <a:ext cx="13242628" cy="2599895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64676" y="5074726"/>
            <a:ext cx="12470723" cy="1997704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66133" y="7371345"/>
            <a:ext cx="6036105" cy="954914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50895" y="9338881"/>
            <a:ext cx="6569381" cy="959990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24037" y="2101430"/>
            <a:ext cx="6676318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3779881" y="3346378"/>
            <a:ext cx="2125628" cy="1909105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9536491" y="2245536"/>
            <a:ext cx="1069028" cy="1902419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7077321" y="7371345"/>
            <a:ext cx="7994981" cy="954914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66133" y="8369739"/>
            <a:ext cx="4424800" cy="954914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483670" y="2824174"/>
            <a:ext cx="2125628" cy="1909105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6962697" y="2748645"/>
            <a:ext cx="2125628" cy="1909105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7077321" y="8369739"/>
            <a:ext cx="4933133" cy="954914"/>
          </a:xfrm>
          <a:prstGeom prst="rect">
            <a:avLst/>
          </a:prstGeom>
        </p:spPr>
      </p:pic>
      <p:pic>
        <p:nvPicPr>
          <p:cNvPr id="52" name="Object 51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7077317" y="9435364"/>
            <a:ext cx="5895047" cy="954914"/>
          </a:xfrm>
          <a:prstGeom prst="rect">
            <a:avLst/>
          </a:prstGeom>
        </p:spPr>
      </p:pic>
      <p:pic>
        <p:nvPicPr>
          <p:cNvPr id="53" name="Object 5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5017468" y="3908682"/>
            <a:ext cx="2125628" cy="19091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595749" y="1035653"/>
            <a:ext cx="4078100" cy="141357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2736674" y="970371"/>
            <a:ext cx="17731515" cy="152189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-286914" y="2890695"/>
            <a:ext cx="13552343" cy="2034419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19914" y="5074726"/>
            <a:ext cx="12647123" cy="1431513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95" y="7681186"/>
            <a:ext cx="5431943" cy="954914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190092" y="7615157"/>
            <a:ext cx="4445514" cy="959990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24037" y="2101430"/>
            <a:ext cx="6676318" cy="49284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9292681" y="2427432"/>
            <a:ext cx="1069028" cy="1902419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190092" y="8846179"/>
            <a:ext cx="4902533" cy="954914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22398" y="8907131"/>
            <a:ext cx="5287533" cy="954914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5682985" y="2905598"/>
            <a:ext cx="2836037" cy="2133113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8908966" y="3077395"/>
            <a:ext cx="1891535" cy="17252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595749" y="1035653"/>
            <a:ext cx="4078100" cy="141357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2736674" y="970371"/>
            <a:ext cx="17731515" cy="152189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79114" y="3104621"/>
            <a:ext cx="13158200" cy="1468943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63962" y="5074726"/>
            <a:ext cx="12703075" cy="1431513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95" y="7681183"/>
            <a:ext cx="6119857" cy="954914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24037" y="2101430"/>
            <a:ext cx="6676318" cy="492842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816306" y="2618252"/>
            <a:ext cx="1069028" cy="1902419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22398" y="8907136"/>
            <a:ext cx="4258485" cy="954914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1372605" y="2631411"/>
            <a:ext cx="2836037" cy="2133113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6333696" y="3288754"/>
            <a:ext cx="1891535" cy="17252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3724" y="7098420"/>
            <a:ext cx="18492210" cy="3274067"/>
            <a:chOff x="-93724" y="7098420"/>
            <a:chExt cx="18492210" cy="32740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3724" y="7098420"/>
              <a:ext cx="18492210" cy="32740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67329" y="7062706"/>
            <a:ext cx="18919902" cy="35714"/>
            <a:chOff x="-367329" y="7062706"/>
            <a:chExt cx="18919902" cy="3571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329" y="7062706"/>
              <a:ext cx="18919902" cy="3571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71439" y="702645"/>
            <a:ext cx="3311809" cy="1720206"/>
            <a:chOff x="15071439" y="702645"/>
            <a:chExt cx="3311809" cy="172020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71439" y="702645"/>
              <a:ext cx="3311809" cy="172020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595749" y="1035653"/>
            <a:ext cx="4078100" cy="141357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-138148" y="0"/>
            <a:ext cx="18461538" cy="702645"/>
            <a:chOff x="-138148" y="0"/>
            <a:chExt cx="18461538" cy="70264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38148" y="0"/>
              <a:ext cx="18461538" cy="702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7131" y="247770"/>
            <a:ext cx="888092" cy="190476"/>
            <a:chOff x="477131" y="247770"/>
            <a:chExt cx="888092" cy="19047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174746" y="247770"/>
              <a:ext cx="190476" cy="190476"/>
              <a:chOff x="1174746" y="247770"/>
              <a:chExt cx="190476" cy="190476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74746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825938" y="247770"/>
              <a:ext cx="190476" cy="190476"/>
              <a:chOff x="825938" y="247770"/>
              <a:chExt cx="190476" cy="19047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5938" y="247770"/>
                <a:ext cx="190476" cy="19047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477131" y="247770"/>
              <a:ext cx="190476" cy="190476"/>
              <a:chOff x="477131" y="247770"/>
              <a:chExt cx="190476" cy="190476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7131" y="247770"/>
                <a:ext cx="190476" cy="190476"/>
              </a:xfrm>
              <a:prstGeom prst="rect">
                <a:avLst/>
              </a:prstGeom>
            </p:spPr>
          </p:pic>
        </p:grpSp>
      </p:grpSp>
      <p:grpSp>
        <p:nvGrpSpPr>
          <p:cNvPr id="1010" name="그룹 1010"/>
          <p:cNvGrpSpPr/>
          <p:nvPr/>
        </p:nvGrpSpPr>
        <p:grpSpPr>
          <a:xfrm>
            <a:off x="13382326" y="3044294"/>
            <a:ext cx="4534405" cy="3102993"/>
            <a:chOff x="13382326" y="3044294"/>
            <a:chExt cx="4534405" cy="310299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82326" y="3044294"/>
              <a:ext cx="4534405" cy="310299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812056" y="111328"/>
            <a:ext cx="10048288" cy="617126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17686081" y="2039137"/>
            <a:ext cx="517017" cy="706477"/>
            <a:chOff x="17686081" y="2039137"/>
            <a:chExt cx="517017" cy="70647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900000">
              <a:off x="17686081" y="2039137"/>
              <a:ext cx="517017" cy="70647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10712" y="1073685"/>
            <a:ext cx="14811098" cy="961106"/>
            <a:chOff x="310712" y="1073685"/>
            <a:chExt cx="14811098" cy="96110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712" y="1073685"/>
              <a:ext cx="14811098" cy="961106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2736674" y="970371"/>
            <a:ext cx="17731515" cy="1521896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35781" y="2922725"/>
            <a:ext cx="13013333" cy="2034419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25866" y="4984193"/>
            <a:ext cx="12541171" cy="1914771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0895" y="7432295"/>
            <a:ext cx="8498962" cy="954914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24037" y="2101430"/>
            <a:ext cx="6676318" cy="492842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1715017" y="2481109"/>
            <a:ext cx="1069028" cy="1902419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50895" y="8369739"/>
            <a:ext cx="7676171" cy="954914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-33316" y="2937628"/>
            <a:ext cx="2836037" cy="2133113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5189680" y="3124662"/>
            <a:ext cx="1891535" cy="1725230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50895" y="9466883"/>
            <a:ext cx="5997181" cy="954914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9057288" y="7930071"/>
            <a:ext cx="5139743" cy="954914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9043993" y="9091012"/>
            <a:ext cx="4344800" cy="954914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6116121" y="3762491"/>
            <a:ext cx="1891535" cy="17252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user</cp:lastModifiedBy>
  <cp:revision>3</cp:revision>
  <dcterms:created xsi:type="dcterms:W3CDTF">2023-12-05T15:53:41Z</dcterms:created>
  <dcterms:modified xsi:type="dcterms:W3CDTF">2023-12-28T05:37:25Z</dcterms:modified>
</cp:coreProperties>
</file>